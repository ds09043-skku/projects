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60" r:id="rId3"/>
    <p:sldId id="1702" r:id="rId4"/>
    <p:sldId id="1710" r:id="rId5"/>
    <p:sldId id="1701" r:id="rId6"/>
    <p:sldId id="1711" r:id="rId7"/>
    <p:sldId id="1708" r:id="rId8"/>
    <p:sldId id="1709" r:id="rId9"/>
  </p:sldIdLst>
  <p:sldSz cx="12192000" cy="6858000"/>
  <p:notesSz cx="6858000" cy="9144000"/>
  <p:defaultTextStyle>
    <a:defPPr>
      <a:defRPr lang="en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06E7CF-2194-C749-A144-34943639B345}" v="65" dt="2026-04-07T08:03:06.1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52"/>
    <p:restoredTop sz="94606"/>
  </p:normalViewPr>
  <p:slideViewPr>
    <p:cSldViewPr snapToGrid="0">
      <p:cViewPr varScale="1">
        <p:scale>
          <a:sx n="119" d="100"/>
          <a:sy n="119" d="100"/>
        </p:scale>
        <p:origin x="2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정성수" userId="80c57ad8-cb4c-416a-93dc-c82c9b37cc70" providerId="ADAL" clId="{18CA3495-C7E2-56E4-9B09-18746A33C963}"/>
    <pc:docChg chg="undo custSel addSld delSld modSld sldOrd">
      <pc:chgData name="정성수" userId="80c57ad8-cb4c-416a-93dc-c82c9b37cc70" providerId="ADAL" clId="{18CA3495-C7E2-56E4-9B09-18746A33C963}" dt="2026-04-07T08:05:40.014" v="2339" actId="20577"/>
      <pc:docMkLst>
        <pc:docMk/>
      </pc:docMkLst>
      <pc:sldChg chg="addSp delSp modSp mod modNotesTx">
        <pc:chgData name="정성수" userId="80c57ad8-cb4c-416a-93dc-c82c9b37cc70" providerId="ADAL" clId="{18CA3495-C7E2-56E4-9B09-18746A33C963}" dt="2026-04-07T07:31:50.268" v="1823" actId="20577"/>
        <pc:sldMkLst>
          <pc:docMk/>
          <pc:sldMk cId="0" sldId="257"/>
        </pc:sldMkLst>
        <pc:spChg chg="add del mod">
          <ac:chgData name="정성수" userId="80c57ad8-cb4c-416a-93dc-c82c9b37cc70" providerId="ADAL" clId="{18CA3495-C7E2-56E4-9B09-18746A33C963}" dt="2026-04-07T05:00:01.482" v="7" actId="478"/>
          <ac:spMkLst>
            <pc:docMk/>
            <pc:sldMk cId="0" sldId="257"/>
            <ac:spMk id="2" creationId="{7FD7CF82-334D-AF71-9F77-F80E04118966}"/>
          </ac:spMkLst>
        </pc:spChg>
        <pc:spChg chg="mod">
          <ac:chgData name="정성수" userId="80c57ad8-cb4c-416a-93dc-c82c9b37cc70" providerId="ADAL" clId="{18CA3495-C7E2-56E4-9B09-18746A33C963}" dt="2026-04-07T07:30:21.434" v="1775" actId="20577"/>
          <ac:spMkLst>
            <pc:docMk/>
            <pc:sldMk cId="0" sldId="257"/>
            <ac:spMk id="5" creationId="{00000000-0000-0000-0000-000000000000}"/>
          </ac:spMkLst>
        </pc:spChg>
        <pc:spChg chg="mod">
          <ac:chgData name="정성수" userId="80c57ad8-cb4c-416a-93dc-c82c9b37cc70" providerId="ADAL" clId="{18CA3495-C7E2-56E4-9B09-18746A33C963}" dt="2026-04-07T05:00:00.036" v="6" actId="2711"/>
          <ac:spMkLst>
            <pc:docMk/>
            <pc:sldMk cId="0" sldId="257"/>
            <ac:spMk id="7" creationId="{0E44B458-A644-3456-95FD-002F8E4A6C0E}"/>
          </ac:spMkLst>
        </pc:spChg>
        <pc:spChg chg="mod">
          <ac:chgData name="정성수" userId="80c57ad8-cb4c-416a-93dc-c82c9b37cc70" providerId="ADAL" clId="{18CA3495-C7E2-56E4-9B09-18746A33C963}" dt="2026-04-07T05:00:00.036" v="6" actId="2711"/>
          <ac:spMkLst>
            <pc:docMk/>
            <pc:sldMk cId="0" sldId="257"/>
            <ac:spMk id="8" creationId="{766E05A2-877B-8E2C-43FC-8699F0C60DB6}"/>
          </ac:spMkLst>
        </pc:spChg>
        <pc:spChg chg="mod">
          <ac:chgData name="정성수" userId="80c57ad8-cb4c-416a-93dc-c82c9b37cc70" providerId="ADAL" clId="{18CA3495-C7E2-56E4-9B09-18746A33C963}" dt="2026-04-07T05:00:00.036" v="6" actId="2711"/>
          <ac:spMkLst>
            <pc:docMk/>
            <pc:sldMk cId="0" sldId="257"/>
            <ac:spMk id="9" creationId="{472072E5-D223-56BF-C4F8-C398C713020F}"/>
          </ac:spMkLst>
        </pc:spChg>
      </pc:sldChg>
      <pc:sldChg chg="modSp add mod modNotesTx">
        <pc:chgData name="정성수" userId="80c57ad8-cb4c-416a-93dc-c82c9b37cc70" providerId="ADAL" clId="{18CA3495-C7E2-56E4-9B09-18746A33C963}" dt="2026-04-07T07:30:45.022" v="1782" actId="20577"/>
        <pc:sldMkLst>
          <pc:docMk/>
          <pc:sldMk cId="0" sldId="260"/>
        </pc:sldMkLst>
        <pc:spChg chg="mod">
          <ac:chgData name="정성수" userId="80c57ad8-cb4c-416a-93dc-c82c9b37cc70" providerId="ADAL" clId="{18CA3495-C7E2-56E4-9B09-18746A33C963}" dt="2026-04-07T07:27:40.796" v="1660" actId="2711"/>
          <ac:spMkLst>
            <pc:docMk/>
            <pc:sldMk cId="0" sldId="260"/>
            <ac:spMk id="3" creationId="{00000000-0000-0000-0000-000000000000}"/>
          </ac:spMkLst>
        </pc:spChg>
        <pc:spChg chg="mod">
          <ac:chgData name="정성수" userId="80c57ad8-cb4c-416a-93dc-c82c9b37cc70" providerId="ADAL" clId="{18CA3495-C7E2-56E4-9B09-18746A33C963}" dt="2026-04-07T07:27:40.796" v="1660" actId="2711"/>
          <ac:spMkLst>
            <pc:docMk/>
            <pc:sldMk cId="0" sldId="260"/>
            <ac:spMk id="4" creationId="{00000000-0000-0000-0000-000000000000}"/>
          </ac:spMkLst>
        </pc:spChg>
        <pc:spChg chg="mod">
          <ac:chgData name="정성수" userId="80c57ad8-cb4c-416a-93dc-c82c9b37cc70" providerId="ADAL" clId="{18CA3495-C7E2-56E4-9B09-18746A33C963}" dt="2026-04-07T07:30:45.022" v="1782" actId="20577"/>
          <ac:spMkLst>
            <pc:docMk/>
            <pc:sldMk cId="0" sldId="260"/>
            <ac:spMk id="5" creationId="{00000000-0000-0000-0000-000000000000}"/>
          </ac:spMkLst>
        </pc:spChg>
        <pc:spChg chg="mod">
          <ac:chgData name="정성수" userId="80c57ad8-cb4c-416a-93dc-c82c9b37cc70" providerId="ADAL" clId="{18CA3495-C7E2-56E4-9B09-18746A33C963}" dt="2026-04-07T07:27:40.796" v="1660" actId="2711"/>
          <ac:spMkLst>
            <pc:docMk/>
            <pc:sldMk cId="0" sldId="260"/>
            <ac:spMk id="6" creationId="{00000000-0000-0000-0000-000000000000}"/>
          </ac:spMkLst>
        </pc:spChg>
      </pc:sldChg>
      <pc:sldChg chg="addSp delSp modSp mod">
        <pc:chgData name="정성수" userId="80c57ad8-cb4c-416a-93dc-c82c9b37cc70" providerId="ADAL" clId="{18CA3495-C7E2-56E4-9B09-18746A33C963}" dt="2026-04-07T08:04:07.733" v="2321" actId="798"/>
        <pc:sldMkLst>
          <pc:docMk/>
          <pc:sldMk cId="4119186925" sldId="1701"/>
        </pc:sldMkLst>
        <pc:spChg chg="mod">
          <ac:chgData name="정성수" userId="80c57ad8-cb4c-416a-93dc-c82c9b37cc70" providerId="ADAL" clId="{18CA3495-C7E2-56E4-9B09-18746A33C963}" dt="2026-04-07T04:59:46.590" v="4" actId="2711"/>
          <ac:spMkLst>
            <pc:docMk/>
            <pc:sldMk cId="4119186925" sldId="1701"/>
            <ac:spMk id="2" creationId="{B5A3872C-98D4-CACB-EC61-ACE1920DA42E}"/>
          </ac:spMkLst>
        </pc:spChg>
        <pc:spChg chg="add del mod">
          <ac:chgData name="정성수" userId="80c57ad8-cb4c-416a-93dc-c82c9b37cc70" providerId="ADAL" clId="{18CA3495-C7E2-56E4-9B09-18746A33C963}" dt="2026-04-07T06:16:47.608" v="1478" actId="478"/>
          <ac:spMkLst>
            <pc:docMk/>
            <pc:sldMk cId="4119186925" sldId="1701"/>
            <ac:spMk id="3" creationId="{E4E709DA-3CC6-89EE-5AF2-078DD6E0D3F2}"/>
          </ac:spMkLst>
        </pc:spChg>
        <pc:spChg chg="mod">
          <ac:chgData name="정성수" userId="80c57ad8-cb4c-416a-93dc-c82c9b37cc70" providerId="ADAL" clId="{18CA3495-C7E2-56E4-9B09-18746A33C963}" dt="2026-04-07T04:59:46.590" v="4" actId="2711"/>
          <ac:spMkLst>
            <pc:docMk/>
            <pc:sldMk cId="4119186925" sldId="1701"/>
            <ac:spMk id="7" creationId="{1728A10B-370E-FCBC-8586-EF13765AF183}"/>
          </ac:spMkLst>
        </pc:spChg>
        <pc:spChg chg="mod">
          <ac:chgData name="정성수" userId="80c57ad8-cb4c-416a-93dc-c82c9b37cc70" providerId="ADAL" clId="{18CA3495-C7E2-56E4-9B09-18746A33C963}" dt="2026-04-07T05:00:07.936" v="9" actId="20577"/>
          <ac:spMkLst>
            <pc:docMk/>
            <pc:sldMk cId="4119186925" sldId="1701"/>
            <ac:spMk id="8" creationId="{5D6015D5-3C7F-BF55-92ED-BEDC02BF8221}"/>
          </ac:spMkLst>
        </pc:spChg>
        <pc:spChg chg="mod">
          <ac:chgData name="정성수" userId="80c57ad8-cb4c-416a-93dc-c82c9b37cc70" providerId="ADAL" clId="{18CA3495-C7E2-56E4-9B09-18746A33C963}" dt="2026-04-07T05:02:31.246" v="127" actId="20577"/>
          <ac:spMkLst>
            <pc:docMk/>
            <pc:sldMk cId="4119186925" sldId="1701"/>
            <ac:spMk id="9" creationId="{730930F9-E644-11D2-E6B3-0D1CA93FAAA9}"/>
          </ac:spMkLst>
        </pc:spChg>
        <pc:spChg chg="mod">
          <ac:chgData name="정성수" userId="80c57ad8-cb4c-416a-93dc-c82c9b37cc70" providerId="ADAL" clId="{18CA3495-C7E2-56E4-9B09-18746A33C963}" dt="2026-04-07T04:59:46.590" v="4" actId="2711"/>
          <ac:spMkLst>
            <pc:docMk/>
            <pc:sldMk cId="4119186925" sldId="1701"/>
            <ac:spMk id="10" creationId="{7763A4BD-79EB-687F-6CDC-52C1758A56BB}"/>
          </ac:spMkLst>
        </pc:spChg>
        <pc:spChg chg="mod">
          <ac:chgData name="정성수" userId="80c57ad8-cb4c-416a-93dc-c82c9b37cc70" providerId="ADAL" clId="{18CA3495-C7E2-56E4-9B09-18746A33C963}" dt="2026-04-07T05:00:20.836" v="28" actId="20577"/>
          <ac:spMkLst>
            <pc:docMk/>
            <pc:sldMk cId="4119186925" sldId="1701"/>
            <ac:spMk id="11" creationId="{0F61C365-9E9A-EE8B-9006-9BDC15431FF4}"/>
          </ac:spMkLst>
        </pc:spChg>
        <pc:spChg chg="del mod">
          <ac:chgData name="정성수" userId="80c57ad8-cb4c-416a-93dc-c82c9b37cc70" providerId="ADAL" clId="{18CA3495-C7E2-56E4-9B09-18746A33C963}" dt="2026-04-07T05:36:37.873" v="1117" actId="478"/>
          <ac:spMkLst>
            <pc:docMk/>
            <pc:sldMk cId="4119186925" sldId="1701"/>
            <ac:spMk id="12" creationId="{5EDE9A18-ECD2-FC9A-12AE-F91244192951}"/>
          </ac:spMkLst>
        </pc:spChg>
        <pc:graphicFrameChg chg="mod modGraphic">
          <ac:chgData name="정성수" userId="80c57ad8-cb4c-416a-93dc-c82c9b37cc70" providerId="ADAL" clId="{18CA3495-C7E2-56E4-9B09-18746A33C963}" dt="2026-04-07T08:04:07.733" v="2321" actId="798"/>
          <ac:graphicFrameMkLst>
            <pc:docMk/>
            <pc:sldMk cId="4119186925" sldId="1701"/>
            <ac:graphicFrameMk id="15" creationId="{20ECC1C0-BF92-D4A5-84C9-0B001E6399BD}"/>
          </ac:graphicFrameMkLst>
        </pc:graphicFrameChg>
      </pc:sldChg>
      <pc:sldChg chg="modSp mod ord">
        <pc:chgData name="정성수" userId="80c57ad8-cb4c-416a-93dc-c82c9b37cc70" providerId="ADAL" clId="{18CA3495-C7E2-56E4-9B09-18746A33C963}" dt="2026-04-07T07:32:43.072" v="1878" actId="2711"/>
        <pc:sldMkLst>
          <pc:docMk/>
          <pc:sldMk cId="3749231573" sldId="1702"/>
        </pc:sldMkLst>
        <pc:spChg chg="mod">
          <ac:chgData name="정성수" userId="80c57ad8-cb4c-416a-93dc-c82c9b37cc70" providerId="ADAL" clId="{18CA3495-C7E2-56E4-9B09-18746A33C963}" dt="2026-04-07T07:32:43.072" v="1878" actId="2711"/>
          <ac:spMkLst>
            <pc:docMk/>
            <pc:sldMk cId="3749231573" sldId="1702"/>
            <ac:spMk id="2" creationId="{44908C7A-FF58-6D3A-AC75-A4B0E43C8D40}"/>
          </ac:spMkLst>
        </pc:spChg>
        <pc:spChg chg="mod">
          <ac:chgData name="정성수" userId="80c57ad8-cb4c-416a-93dc-c82c9b37cc70" providerId="ADAL" clId="{18CA3495-C7E2-56E4-9B09-18746A33C963}" dt="2026-04-07T07:32:43.072" v="1878" actId="2711"/>
          <ac:spMkLst>
            <pc:docMk/>
            <pc:sldMk cId="3749231573" sldId="1702"/>
            <ac:spMk id="5" creationId="{FAEEAEB0-7A60-1B77-767B-A94AA142EA6E}"/>
          </ac:spMkLst>
        </pc:spChg>
        <pc:spChg chg="mod">
          <ac:chgData name="정성수" userId="80c57ad8-cb4c-416a-93dc-c82c9b37cc70" providerId="ADAL" clId="{18CA3495-C7E2-56E4-9B09-18746A33C963}" dt="2026-04-07T07:32:43.072" v="1878" actId="2711"/>
          <ac:spMkLst>
            <pc:docMk/>
            <pc:sldMk cId="3749231573" sldId="1702"/>
            <ac:spMk id="7" creationId="{749F5DA2-6575-1CD4-5CC5-16D9998BA5E0}"/>
          </ac:spMkLst>
        </pc:spChg>
        <pc:spChg chg="mod">
          <ac:chgData name="정성수" userId="80c57ad8-cb4c-416a-93dc-c82c9b37cc70" providerId="ADAL" clId="{18CA3495-C7E2-56E4-9B09-18746A33C963}" dt="2026-04-07T07:32:43.072" v="1878" actId="2711"/>
          <ac:spMkLst>
            <pc:docMk/>
            <pc:sldMk cId="3749231573" sldId="1702"/>
            <ac:spMk id="8" creationId="{1F4B176F-FD84-8214-7CE4-79E9CE252DB4}"/>
          </ac:spMkLst>
        </pc:spChg>
        <pc:spChg chg="mod">
          <ac:chgData name="정성수" userId="80c57ad8-cb4c-416a-93dc-c82c9b37cc70" providerId="ADAL" clId="{18CA3495-C7E2-56E4-9B09-18746A33C963}" dt="2026-04-07T07:32:43.072" v="1878" actId="2711"/>
          <ac:spMkLst>
            <pc:docMk/>
            <pc:sldMk cId="3749231573" sldId="1702"/>
            <ac:spMk id="9" creationId="{2C8E9E96-F4E4-5B51-9E4C-2656DDE0A151}"/>
          </ac:spMkLst>
        </pc:spChg>
        <pc:spChg chg="mod">
          <ac:chgData name="정성수" userId="80c57ad8-cb4c-416a-93dc-c82c9b37cc70" providerId="ADAL" clId="{18CA3495-C7E2-56E4-9B09-18746A33C963}" dt="2026-04-07T07:32:43.072" v="1878" actId="2711"/>
          <ac:spMkLst>
            <pc:docMk/>
            <pc:sldMk cId="3749231573" sldId="1702"/>
            <ac:spMk id="10" creationId="{1ABF44C4-0B67-3FDC-B815-6378D98870F7}"/>
          </ac:spMkLst>
        </pc:spChg>
        <pc:spChg chg="mod">
          <ac:chgData name="정성수" userId="80c57ad8-cb4c-416a-93dc-c82c9b37cc70" providerId="ADAL" clId="{18CA3495-C7E2-56E4-9B09-18746A33C963}" dt="2026-04-07T07:32:43.072" v="1878" actId="2711"/>
          <ac:spMkLst>
            <pc:docMk/>
            <pc:sldMk cId="3749231573" sldId="1702"/>
            <ac:spMk id="11" creationId="{F2EEF814-18A3-674F-0A5D-3F98AA352F1A}"/>
          </ac:spMkLst>
        </pc:spChg>
        <pc:spChg chg="mod">
          <ac:chgData name="정성수" userId="80c57ad8-cb4c-416a-93dc-c82c9b37cc70" providerId="ADAL" clId="{18CA3495-C7E2-56E4-9B09-18746A33C963}" dt="2026-04-07T07:32:43.072" v="1878" actId="2711"/>
          <ac:spMkLst>
            <pc:docMk/>
            <pc:sldMk cId="3749231573" sldId="1702"/>
            <ac:spMk id="12" creationId="{7A8B8D2B-4854-6862-5386-030304EEDAD5}"/>
          </ac:spMkLst>
        </pc:spChg>
      </pc:sldChg>
      <pc:sldChg chg="del">
        <pc:chgData name="정성수" userId="80c57ad8-cb4c-416a-93dc-c82c9b37cc70" providerId="ADAL" clId="{18CA3495-C7E2-56E4-9B09-18746A33C963}" dt="2026-04-07T07:31:08.302" v="1785" actId="2696"/>
        <pc:sldMkLst>
          <pc:docMk/>
          <pc:sldMk cId="2075392309" sldId="1703"/>
        </pc:sldMkLst>
      </pc:sldChg>
      <pc:sldChg chg="del">
        <pc:chgData name="정성수" userId="80c57ad8-cb4c-416a-93dc-c82c9b37cc70" providerId="ADAL" clId="{18CA3495-C7E2-56E4-9B09-18746A33C963}" dt="2026-04-07T07:31:08.722" v="1786" actId="2696"/>
        <pc:sldMkLst>
          <pc:docMk/>
          <pc:sldMk cId="1910067803" sldId="1704"/>
        </pc:sldMkLst>
      </pc:sldChg>
      <pc:sldChg chg="del">
        <pc:chgData name="정성수" userId="80c57ad8-cb4c-416a-93dc-c82c9b37cc70" providerId="ADAL" clId="{18CA3495-C7E2-56E4-9B09-18746A33C963}" dt="2026-04-07T07:31:09.017" v="1787" actId="2696"/>
        <pc:sldMkLst>
          <pc:docMk/>
          <pc:sldMk cId="1483971145" sldId="1705"/>
        </pc:sldMkLst>
      </pc:sldChg>
      <pc:sldChg chg="del">
        <pc:chgData name="정성수" userId="80c57ad8-cb4c-416a-93dc-c82c9b37cc70" providerId="ADAL" clId="{18CA3495-C7E2-56E4-9B09-18746A33C963}" dt="2026-04-07T07:31:09.365" v="1788" actId="2696"/>
        <pc:sldMkLst>
          <pc:docMk/>
          <pc:sldMk cId="761644829" sldId="1706"/>
        </pc:sldMkLst>
      </pc:sldChg>
      <pc:sldChg chg="del">
        <pc:chgData name="정성수" userId="80c57ad8-cb4c-416a-93dc-c82c9b37cc70" providerId="ADAL" clId="{18CA3495-C7E2-56E4-9B09-18746A33C963}" dt="2026-04-07T07:31:10.477" v="1789" actId="2696"/>
        <pc:sldMkLst>
          <pc:docMk/>
          <pc:sldMk cId="665158731" sldId="1707"/>
        </pc:sldMkLst>
      </pc:sldChg>
      <pc:sldChg chg="delSp modSp add mod">
        <pc:chgData name="정성수" userId="80c57ad8-cb4c-416a-93dc-c82c9b37cc70" providerId="ADAL" clId="{18CA3495-C7E2-56E4-9B09-18746A33C963}" dt="2026-04-07T08:05:40.014" v="2339" actId="20577"/>
        <pc:sldMkLst>
          <pc:docMk/>
          <pc:sldMk cId="4168021790" sldId="1708"/>
        </pc:sldMkLst>
        <pc:spChg chg="mod">
          <ac:chgData name="정성수" userId="80c57ad8-cb4c-416a-93dc-c82c9b37cc70" providerId="ADAL" clId="{18CA3495-C7E2-56E4-9B09-18746A33C963}" dt="2026-04-07T05:08:45.549" v="285" actId="20577"/>
          <ac:spMkLst>
            <pc:docMk/>
            <pc:sldMk cId="4168021790" sldId="1708"/>
            <ac:spMk id="9" creationId="{546FA3B6-303E-BA0C-A88C-00BEBD7F2F68}"/>
          </ac:spMkLst>
        </pc:spChg>
        <pc:spChg chg="del mod">
          <ac:chgData name="정성수" userId="80c57ad8-cb4c-416a-93dc-c82c9b37cc70" providerId="ADAL" clId="{18CA3495-C7E2-56E4-9B09-18746A33C963}" dt="2026-04-07T05:36:36.943" v="1116"/>
          <ac:spMkLst>
            <pc:docMk/>
            <pc:sldMk cId="4168021790" sldId="1708"/>
            <ac:spMk id="12" creationId="{290D0A4C-1F33-69FB-933A-619A424B5D83}"/>
          </ac:spMkLst>
        </pc:spChg>
        <pc:graphicFrameChg chg="mod modGraphic">
          <ac:chgData name="정성수" userId="80c57ad8-cb4c-416a-93dc-c82c9b37cc70" providerId="ADAL" clId="{18CA3495-C7E2-56E4-9B09-18746A33C963}" dt="2026-04-07T08:05:40.014" v="2339" actId="20577"/>
          <ac:graphicFrameMkLst>
            <pc:docMk/>
            <pc:sldMk cId="4168021790" sldId="1708"/>
            <ac:graphicFrameMk id="15" creationId="{E6B4F5D3-4BC9-388A-96DE-F478015F8166}"/>
          </ac:graphicFrameMkLst>
        </pc:graphicFrameChg>
      </pc:sldChg>
      <pc:sldChg chg="modSp add mod">
        <pc:chgData name="정성수" userId="80c57ad8-cb4c-416a-93dc-c82c9b37cc70" providerId="ADAL" clId="{18CA3495-C7E2-56E4-9B09-18746A33C963}" dt="2026-04-07T07:32:36.280" v="1876" actId="2711"/>
        <pc:sldMkLst>
          <pc:docMk/>
          <pc:sldMk cId="2570885878" sldId="1709"/>
        </pc:sldMkLst>
        <pc:spChg chg="mod">
          <ac:chgData name="정성수" userId="80c57ad8-cb4c-416a-93dc-c82c9b37cc70" providerId="ADAL" clId="{18CA3495-C7E2-56E4-9B09-18746A33C963}" dt="2026-04-07T07:32:36.280" v="1876" actId="2711"/>
          <ac:spMkLst>
            <pc:docMk/>
            <pc:sldMk cId="2570885878" sldId="1709"/>
            <ac:spMk id="2" creationId="{303ECF3D-FE50-F3EA-A0B3-03A30E8A0B9A}"/>
          </ac:spMkLst>
        </pc:spChg>
        <pc:spChg chg="mod">
          <ac:chgData name="정성수" userId="80c57ad8-cb4c-416a-93dc-c82c9b37cc70" providerId="ADAL" clId="{18CA3495-C7E2-56E4-9B09-18746A33C963}" dt="2026-04-07T07:32:36.280" v="1876" actId="2711"/>
          <ac:spMkLst>
            <pc:docMk/>
            <pc:sldMk cId="2570885878" sldId="1709"/>
            <ac:spMk id="5" creationId="{F63C8B5E-30E3-03CC-630F-B60976F5F4A0}"/>
          </ac:spMkLst>
        </pc:spChg>
        <pc:spChg chg="mod">
          <ac:chgData name="정성수" userId="80c57ad8-cb4c-416a-93dc-c82c9b37cc70" providerId="ADAL" clId="{18CA3495-C7E2-56E4-9B09-18746A33C963}" dt="2026-04-07T07:32:36.280" v="1876" actId="2711"/>
          <ac:spMkLst>
            <pc:docMk/>
            <pc:sldMk cId="2570885878" sldId="1709"/>
            <ac:spMk id="7" creationId="{8E346E61-739C-6134-E6D9-7146DA289453}"/>
          </ac:spMkLst>
        </pc:spChg>
        <pc:spChg chg="mod">
          <ac:chgData name="정성수" userId="80c57ad8-cb4c-416a-93dc-c82c9b37cc70" providerId="ADAL" clId="{18CA3495-C7E2-56E4-9B09-18746A33C963}" dt="2026-04-07T07:32:36.280" v="1876" actId="2711"/>
          <ac:spMkLst>
            <pc:docMk/>
            <pc:sldMk cId="2570885878" sldId="1709"/>
            <ac:spMk id="8" creationId="{69A0D420-B2B9-52D5-098C-5A3C05409D7E}"/>
          </ac:spMkLst>
        </pc:spChg>
        <pc:spChg chg="mod">
          <ac:chgData name="정성수" userId="80c57ad8-cb4c-416a-93dc-c82c9b37cc70" providerId="ADAL" clId="{18CA3495-C7E2-56E4-9B09-18746A33C963}" dt="2026-04-07T07:32:36.280" v="1876" actId="2711"/>
          <ac:spMkLst>
            <pc:docMk/>
            <pc:sldMk cId="2570885878" sldId="1709"/>
            <ac:spMk id="9" creationId="{5977E1FB-88D0-7BE8-4C04-91A417F5499C}"/>
          </ac:spMkLst>
        </pc:spChg>
        <pc:spChg chg="mod">
          <ac:chgData name="정성수" userId="80c57ad8-cb4c-416a-93dc-c82c9b37cc70" providerId="ADAL" clId="{18CA3495-C7E2-56E4-9B09-18746A33C963}" dt="2026-04-07T07:32:36.280" v="1876" actId="2711"/>
          <ac:spMkLst>
            <pc:docMk/>
            <pc:sldMk cId="2570885878" sldId="1709"/>
            <ac:spMk id="10" creationId="{EFADAA29-8191-DDD4-F735-F0904062680B}"/>
          </ac:spMkLst>
        </pc:spChg>
        <pc:spChg chg="mod">
          <ac:chgData name="정성수" userId="80c57ad8-cb4c-416a-93dc-c82c9b37cc70" providerId="ADAL" clId="{18CA3495-C7E2-56E4-9B09-18746A33C963}" dt="2026-04-07T07:32:36.280" v="1876" actId="2711"/>
          <ac:spMkLst>
            <pc:docMk/>
            <pc:sldMk cId="2570885878" sldId="1709"/>
            <ac:spMk id="11" creationId="{10459696-B241-231F-ACDD-47C604CC7A16}"/>
          </ac:spMkLst>
        </pc:spChg>
        <pc:spChg chg="mod">
          <ac:chgData name="정성수" userId="80c57ad8-cb4c-416a-93dc-c82c9b37cc70" providerId="ADAL" clId="{18CA3495-C7E2-56E4-9B09-18746A33C963}" dt="2026-04-07T07:32:36.280" v="1876" actId="2711"/>
          <ac:spMkLst>
            <pc:docMk/>
            <pc:sldMk cId="2570885878" sldId="1709"/>
            <ac:spMk id="12" creationId="{A6CC113D-4FF6-F904-CE15-3B6C2FE33384}"/>
          </ac:spMkLst>
        </pc:spChg>
      </pc:sldChg>
      <pc:sldChg chg="modSp add mod">
        <pc:chgData name="정성수" userId="80c57ad8-cb4c-416a-93dc-c82c9b37cc70" providerId="ADAL" clId="{18CA3495-C7E2-56E4-9B09-18746A33C963}" dt="2026-04-07T07:32:40.046" v="1877" actId="2711"/>
        <pc:sldMkLst>
          <pc:docMk/>
          <pc:sldMk cId="3837617819" sldId="1710"/>
        </pc:sldMkLst>
        <pc:spChg chg="mod">
          <ac:chgData name="정성수" userId="80c57ad8-cb4c-416a-93dc-c82c9b37cc70" providerId="ADAL" clId="{18CA3495-C7E2-56E4-9B09-18746A33C963}" dt="2026-04-07T07:32:40.046" v="1877" actId="2711"/>
          <ac:spMkLst>
            <pc:docMk/>
            <pc:sldMk cId="3837617819" sldId="1710"/>
            <ac:spMk id="2" creationId="{7E38A13D-B4E4-7164-D8FF-E2B14BA31E89}"/>
          </ac:spMkLst>
        </pc:spChg>
        <pc:spChg chg="mod">
          <ac:chgData name="정성수" userId="80c57ad8-cb4c-416a-93dc-c82c9b37cc70" providerId="ADAL" clId="{18CA3495-C7E2-56E4-9B09-18746A33C963}" dt="2026-04-07T07:32:40.046" v="1877" actId="2711"/>
          <ac:spMkLst>
            <pc:docMk/>
            <pc:sldMk cId="3837617819" sldId="1710"/>
            <ac:spMk id="5" creationId="{49208F76-BFDF-539E-547B-26C9CB97B15B}"/>
          </ac:spMkLst>
        </pc:spChg>
        <pc:spChg chg="mod">
          <ac:chgData name="정성수" userId="80c57ad8-cb4c-416a-93dc-c82c9b37cc70" providerId="ADAL" clId="{18CA3495-C7E2-56E4-9B09-18746A33C963}" dt="2026-04-07T07:32:40.046" v="1877" actId="2711"/>
          <ac:spMkLst>
            <pc:docMk/>
            <pc:sldMk cId="3837617819" sldId="1710"/>
            <ac:spMk id="7" creationId="{3018731B-3D8F-FD03-E6EA-03B7BFDB0EA6}"/>
          </ac:spMkLst>
        </pc:spChg>
        <pc:spChg chg="mod">
          <ac:chgData name="정성수" userId="80c57ad8-cb4c-416a-93dc-c82c9b37cc70" providerId="ADAL" clId="{18CA3495-C7E2-56E4-9B09-18746A33C963}" dt="2026-04-07T07:32:40.046" v="1877" actId="2711"/>
          <ac:spMkLst>
            <pc:docMk/>
            <pc:sldMk cId="3837617819" sldId="1710"/>
            <ac:spMk id="8" creationId="{03BF2FEC-893B-B950-A983-AAD0C0D32079}"/>
          </ac:spMkLst>
        </pc:spChg>
        <pc:spChg chg="mod">
          <ac:chgData name="정성수" userId="80c57ad8-cb4c-416a-93dc-c82c9b37cc70" providerId="ADAL" clId="{18CA3495-C7E2-56E4-9B09-18746A33C963}" dt="2026-04-07T07:32:40.046" v="1877" actId="2711"/>
          <ac:spMkLst>
            <pc:docMk/>
            <pc:sldMk cId="3837617819" sldId="1710"/>
            <ac:spMk id="9" creationId="{5FC997CF-18D0-9427-98B0-E55B79A68201}"/>
          </ac:spMkLst>
        </pc:spChg>
        <pc:spChg chg="mod">
          <ac:chgData name="정성수" userId="80c57ad8-cb4c-416a-93dc-c82c9b37cc70" providerId="ADAL" clId="{18CA3495-C7E2-56E4-9B09-18746A33C963}" dt="2026-04-07T07:32:40.046" v="1877" actId="2711"/>
          <ac:spMkLst>
            <pc:docMk/>
            <pc:sldMk cId="3837617819" sldId="1710"/>
            <ac:spMk id="10" creationId="{E002B814-1CD0-4722-9340-5CF2D0C97FFD}"/>
          </ac:spMkLst>
        </pc:spChg>
        <pc:spChg chg="mod">
          <ac:chgData name="정성수" userId="80c57ad8-cb4c-416a-93dc-c82c9b37cc70" providerId="ADAL" clId="{18CA3495-C7E2-56E4-9B09-18746A33C963}" dt="2026-04-07T07:32:40.046" v="1877" actId="2711"/>
          <ac:spMkLst>
            <pc:docMk/>
            <pc:sldMk cId="3837617819" sldId="1710"/>
            <ac:spMk id="11" creationId="{D8739F9A-ECD4-B4E1-AE8C-DB85C138D5B8}"/>
          </ac:spMkLst>
        </pc:spChg>
        <pc:spChg chg="mod">
          <ac:chgData name="정성수" userId="80c57ad8-cb4c-416a-93dc-c82c9b37cc70" providerId="ADAL" clId="{18CA3495-C7E2-56E4-9B09-18746A33C963}" dt="2026-04-07T07:32:40.046" v="1877" actId="2711"/>
          <ac:spMkLst>
            <pc:docMk/>
            <pc:sldMk cId="3837617819" sldId="1710"/>
            <ac:spMk id="12" creationId="{D877F2D8-BA15-16B6-EB07-D1180BD6D1A0}"/>
          </ac:spMkLst>
        </pc:spChg>
      </pc:sldChg>
      <pc:sldChg chg="new del">
        <pc:chgData name="정성수" userId="80c57ad8-cb4c-416a-93dc-c82c9b37cc70" providerId="ADAL" clId="{18CA3495-C7E2-56E4-9B09-18746A33C963}" dt="2026-04-07T07:33:16.799" v="1880" actId="2696"/>
        <pc:sldMkLst>
          <pc:docMk/>
          <pc:sldMk cId="3404553758" sldId="1711"/>
        </pc:sldMkLst>
      </pc:sldChg>
      <pc:sldChg chg="addSp delSp modSp add mod ord">
        <pc:chgData name="정성수" userId="80c57ad8-cb4c-416a-93dc-c82c9b37cc70" providerId="ADAL" clId="{18CA3495-C7E2-56E4-9B09-18746A33C963}" dt="2026-04-07T08:03:29.841" v="2316" actId="242"/>
        <pc:sldMkLst>
          <pc:docMk/>
          <pc:sldMk cId="4191881740" sldId="1711"/>
        </pc:sldMkLst>
        <pc:spChg chg="mod">
          <ac:chgData name="정성수" userId="80c57ad8-cb4c-416a-93dc-c82c9b37cc70" providerId="ADAL" clId="{18CA3495-C7E2-56E4-9B09-18746A33C963}" dt="2026-04-07T07:49:37.794" v="2251" actId="20577"/>
          <ac:spMkLst>
            <pc:docMk/>
            <pc:sldMk cId="4191881740" sldId="1711"/>
            <ac:spMk id="9" creationId="{4F895B47-7027-144A-18AC-8436F54D376D}"/>
          </ac:spMkLst>
        </pc:spChg>
        <pc:graphicFrameChg chg="add mod modGraphic">
          <ac:chgData name="정성수" userId="80c57ad8-cb4c-416a-93dc-c82c9b37cc70" providerId="ADAL" clId="{18CA3495-C7E2-56E4-9B09-18746A33C963}" dt="2026-04-07T08:03:29.841" v="2316" actId="242"/>
          <ac:graphicFrameMkLst>
            <pc:docMk/>
            <pc:sldMk cId="4191881740" sldId="1711"/>
            <ac:graphicFrameMk id="3" creationId="{5B67DFC7-0932-4D66-CE46-1D04542F4631}"/>
          </ac:graphicFrameMkLst>
        </pc:graphicFrameChg>
        <pc:graphicFrameChg chg="del modGraphic">
          <ac:chgData name="정성수" userId="80c57ad8-cb4c-416a-93dc-c82c9b37cc70" providerId="ADAL" clId="{18CA3495-C7E2-56E4-9B09-18746A33C963}" dt="2026-04-07T07:34:34.207" v="1943" actId="478"/>
          <ac:graphicFrameMkLst>
            <pc:docMk/>
            <pc:sldMk cId="4191881740" sldId="1711"/>
            <ac:graphicFrameMk id="15" creationId="{B533B9C7-C93A-E7F3-AEC7-EA93BBFFE381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FB93E2-52F8-7C4B-B199-BEB68EF244EF}" type="datetimeFigureOut">
              <a:rPr lang="en-KR" smtClean="0"/>
              <a:t>4/7/26</a:t>
            </a:fld>
            <a:endParaRPr lang="en-K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EBEE2F-37A2-EE48-8660-089E30A61FC8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5487472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Name and Student ID please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B88E60D-5BDD-426B-822F-24E1008CA9E6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E8107-51F6-A14B-94F1-AFAFAC461C63}" type="slidenum">
              <a:rPr lang="en-KR" smtClean="0"/>
              <a:t>2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620685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9B207-DC9C-B1C8-C43E-F60E28CB61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BBAAE5-96FD-DF17-4592-CE218FD8D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BB624-0926-2246-7A89-7065D3E0B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F073F-3B24-0D44-9718-91EBAB1697CD}" type="datetimeFigureOut">
              <a:rPr lang="en-KR" smtClean="0"/>
              <a:t>4/7/26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700873-B3B4-4A54-75E2-B34E03C0B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02D36-3197-C414-842A-1392EADE9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1F4A8-681A-E949-9EBE-70EDF6FA404F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989064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0756F9-D768-4C9F-BA57-78E768FED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684BED-87F2-C4A2-A82B-64A403A26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74B2E-64B8-ED70-8D3D-48F3D2364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F073F-3B24-0D44-9718-91EBAB1697CD}" type="datetimeFigureOut">
              <a:rPr lang="en-KR" smtClean="0"/>
              <a:t>4/7/26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F4C2DC-2E27-D78B-0F8E-B7A96FB7C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4F21F1-37DE-C8E5-7B95-9C81862A0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1F4A8-681A-E949-9EBE-70EDF6FA404F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628210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81040-B658-D9F6-6189-923A2DAA3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F1D1B7-C95E-C5BC-4597-13DFA2C633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DA601D-69C0-6C0D-0DD1-2C45F1933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F073F-3B24-0D44-9718-91EBAB1697CD}" type="datetimeFigureOut">
              <a:rPr lang="en-KR" smtClean="0"/>
              <a:t>4/7/26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CE58A3-F9BA-4996-C530-CDD053E8D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C7E236-2587-0BDE-E027-3AF425BF1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1F4A8-681A-E949-9EBE-70EDF6FA404F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708871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87F3D-1A4E-692A-8E4B-B4FA4F6EA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5F87C9-B84D-01DA-737A-3637E3EE14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CA196A-99BF-0E85-0289-9921EF55C9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FCCC1B-E774-DE56-4132-A2C77869E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F073F-3B24-0D44-9718-91EBAB1697CD}" type="datetimeFigureOut">
              <a:rPr lang="en-KR" smtClean="0"/>
              <a:t>4/7/26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E8ED95-23D1-F773-5BCC-B853504D7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0AAFC6-0879-F656-F239-BF4F2459F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1F4A8-681A-E949-9EBE-70EDF6FA404F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2403072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8D412-2F95-81C3-50EE-BD8CC54C1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7EB823-4CCD-6FE0-991C-4DEB5F400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1B99EC-36A5-E578-5CBA-CF169BC6C2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8CED35-A990-105C-5BAE-D917878517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2F9DB2-9507-012A-89AB-EC0082F669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B6C4EF-DC87-7469-F77D-B645346E7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F073F-3B24-0D44-9718-91EBAB1697CD}" type="datetimeFigureOut">
              <a:rPr lang="en-KR" smtClean="0"/>
              <a:t>4/7/26</a:t>
            </a:fld>
            <a:endParaRPr lang="en-K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8EDB67-39FB-6C06-D4AF-3567C1836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B3C646-F130-6932-F328-6D17517B2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1F4A8-681A-E949-9EBE-70EDF6FA404F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6340395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EEB9A-1E01-A0DD-6E55-407B3C6BB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96657C-C230-D8A9-A3D9-C81FFE43F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F073F-3B24-0D44-9718-91EBAB1697CD}" type="datetimeFigureOut">
              <a:rPr lang="en-KR" smtClean="0"/>
              <a:t>4/7/26</a:t>
            </a:fld>
            <a:endParaRPr lang="en-K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5B555-89D4-27D2-14C0-BC663B336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3BD323-B9FB-61A9-F86B-028564C4C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1F4A8-681A-E949-9EBE-70EDF6FA404F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6018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1985A8-76CF-DB30-6200-DF88D7353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F073F-3B24-0D44-9718-91EBAB1697CD}" type="datetimeFigureOut">
              <a:rPr lang="en-KR" smtClean="0"/>
              <a:t>4/7/26</a:t>
            </a:fld>
            <a:endParaRPr lang="en-K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5EB610-8370-6211-1A44-819B39ADE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69510E-734F-123D-EADC-9B773B907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1F4A8-681A-E949-9EBE-70EDF6FA404F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4094389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3FE9B-FD16-FE74-20B1-23DD68AD5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B36DD-683B-0D6E-849F-D9CFB68EF0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95A456-A379-5C49-12BB-D0A089AD5F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42A06F-5966-EE48-3E85-400E3E90F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F073F-3B24-0D44-9718-91EBAB1697CD}" type="datetimeFigureOut">
              <a:rPr lang="en-KR" smtClean="0"/>
              <a:t>4/7/26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B5735D-DF1A-204F-1D69-1DD272FC1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5AA622-226B-EF5F-013A-698EEA9C3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1F4A8-681A-E949-9EBE-70EDF6FA404F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84073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DA04F-060C-1A50-CC3A-E2077D077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22BD65-2952-981A-1096-C1B35AB615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4329EB-627A-EF16-AFAA-DA55C8CC83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469523-E6FB-3B00-D6B1-090A92D68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F073F-3B24-0D44-9718-91EBAB1697CD}" type="datetimeFigureOut">
              <a:rPr lang="en-KR" smtClean="0"/>
              <a:t>4/7/26</a:t>
            </a:fld>
            <a:endParaRPr lang="en-K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BC64F8-EC6C-2DFF-D323-47B720948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A4147D-631C-1166-A7D7-E14195EC6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1F4A8-681A-E949-9EBE-70EDF6FA404F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523483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DAAFB-F740-1718-A41D-0425AB97B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7BF12E-EA30-3DE4-80E3-CDE827AFA8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83080-8C35-80AB-BB24-3DE16C72B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F073F-3B24-0D44-9718-91EBAB1697CD}" type="datetimeFigureOut">
              <a:rPr lang="en-KR" smtClean="0"/>
              <a:t>4/7/26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D7BFF-5049-8FFF-0533-B62CCB652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935919-BA26-4A5A-495B-0FABC268D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1F4A8-681A-E949-9EBE-70EDF6FA404F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999437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B7963B-2C18-1AB2-1A04-84864E1B78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35ADC7-D916-4B95-895D-16DA2839DE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39DFA7-C6E4-D364-B756-79B16E01B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F073F-3B24-0D44-9718-91EBAB1697CD}" type="datetimeFigureOut">
              <a:rPr lang="en-KR" smtClean="0"/>
              <a:t>4/7/26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2380B6-DD17-ED44-85EC-10F5F4E77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FBB6B8-81DF-A435-87D7-C5634CE65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1F4A8-681A-E949-9EBE-70EDF6FA404F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5081228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 userDrawn="1"/>
        </p:nvGrpSpPr>
        <p:grpSpPr>
          <a:xfrm>
            <a:off x="88225" y="74297"/>
            <a:ext cx="12000000" cy="72000"/>
            <a:chOff x="2255081" y="2657478"/>
            <a:chExt cx="3886638" cy="83820"/>
          </a:xfrm>
        </p:grpSpPr>
        <p:sp>
          <p:nvSpPr>
            <p:cNvPr id="16" name="직사각형 15"/>
            <p:cNvSpPr/>
            <p:nvPr userDrawn="1"/>
          </p:nvSpPr>
          <p:spPr>
            <a:xfrm>
              <a:off x="2638139" y="2657662"/>
              <a:ext cx="3132596" cy="83636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>
                <a:solidFill>
                  <a:srgbClr val="28517A"/>
                </a:solidFill>
              </a:endParaRPr>
            </a:p>
          </p:txBody>
        </p:sp>
        <p:sp>
          <p:nvSpPr>
            <p:cNvPr id="17" name="직사각형 16"/>
            <p:cNvSpPr/>
            <p:nvPr userDrawn="1"/>
          </p:nvSpPr>
          <p:spPr>
            <a:xfrm>
              <a:off x="2255081" y="2657478"/>
              <a:ext cx="383057" cy="83820"/>
            </a:xfrm>
            <a:prstGeom prst="rect">
              <a:avLst/>
            </a:prstGeom>
            <a:solidFill>
              <a:srgbClr val="2851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18" name="직사각형 17"/>
            <p:cNvSpPr/>
            <p:nvPr userDrawn="1"/>
          </p:nvSpPr>
          <p:spPr>
            <a:xfrm>
              <a:off x="5760119" y="2657478"/>
              <a:ext cx="381600" cy="83820"/>
            </a:xfrm>
            <a:prstGeom prst="rect">
              <a:avLst/>
            </a:prstGeom>
            <a:solidFill>
              <a:srgbClr val="2851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</p:grpSp>
      <p:grpSp>
        <p:nvGrpSpPr>
          <p:cNvPr id="10" name="그룹 9"/>
          <p:cNvGrpSpPr/>
          <p:nvPr userDrawn="1"/>
        </p:nvGrpSpPr>
        <p:grpSpPr>
          <a:xfrm>
            <a:off x="81196" y="6724905"/>
            <a:ext cx="12000000" cy="72000"/>
            <a:chOff x="2255081" y="2657478"/>
            <a:chExt cx="3886638" cy="83820"/>
          </a:xfrm>
        </p:grpSpPr>
        <p:sp>
          <p:nvSpPr>
            <p:cNvPr id="11" name="직사각형 10"/>
            <p:cNvSpPr/>
            <p:nvPr userDrawn="1"/>
          </p:nvSpPr>
          <p:spPr>
            <a:xfrm>
              <a:off x="2638139" y="2657662"/>
              <a:ext cx="3132596" cy="83636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>
                <a:solidFill>
                  <a:srgbClr val="28517A"/>
                </a:solidFill>
              </a:endParaRPr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2255081" y="2657478"/>
              <a:ext cx="383057" cy="83820"/>
            </a:xfrm>
            <a:prstGeom prst="rect">
              <a:avLst/>
            </a:prstGeom>
            <a:solidFill>
              <a:srgbClr val="2851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13" name="직사각형 12"/>
            <p:cNvSpPr/>
            <p:nvPr userDrawn="1"/>
          </p:nvSpPr>
          <p:spPr>
            <a:xfrm>
              <a:off x="5760119" y="2657478"/>
              <a:ext cx="381600" cy="83820"/>
            </a:xfrm>
            <a:prstGeom prst="rect">
              <a:avLst/>
            </a:prstGeom>
            <a:solidFill>
              <a:srgbClr val="2851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</p:grpSp>
      <p:grpSp>
        <p:nvGrpSpPr>
          <p:cNvPr id="19" name="그룹 18"/>
          <p:cNvGrpSpPr/>
          <p:nvPr userDrawn="1"/>
        </p:nvGrpSpPr>
        <p:grpSpPr>
          <a:xfrm rot="5400000">
            <a:off x="-3200791" y="3361506"/>
            <a:ext cx="6660000" cy="96000"/>
            <a:chOff x="2255081" y="2657478"/>
            <a:chExt cx="3886638" cy="83820"/>
          </a:xfrm>
        </p:grpSpPr>
        <p:sp>
          <p:nvSpPr>
            <p:cNvPr id="20" name="직사각형 19"/>
            <p:cNvSpPr/>
            <p:nvPr userDrawn="1"/>
          </p:nvSpPr>
          <p:spPr>
            <a:xfrm>
              <a:off x="2638139" y="2657662"/>
              <a:ext cx="3132596" cy="83636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>
                <a:solidFill>
                  <a:srgbClr val="28517A"/>
                </a:solidFill>
              </a:endParaRPr>
            </a:p>
          </p:txBody>
        </p:sp>
        <p:sp>
          <p:nvSpPr>
            <p:cNvPr id="21" name="직사각형 20"/>
            <p:cNvSpPr/>
            <p:nvPr userDrawn="1"/>
          </p:nvSpPr>
          <p:spPr>
            <a:xfrm>
              <a:off x="2255081" y="2657478"/>
              <a:ext cx="383057" cy="83820"/>
            </a:xfrm>
            <a:prstGeom prst="rect">
              <a:avLst/>
            </a:prstGeom>
            <a:solidFill>
              <a:srgbClr val="2851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22" name="직사각형 21"/>
            <p:cNvSpPr/>
            <p:nvPr userDrawn="1"/>
          </p:nvSpPr>
          <p:spPr>
            <a:xfrm>
              <a:off x="5760119" y="2657478"/>
              <a:ext cx="381600" cy="83820"/>
            </a:xfrm>
            <a:prstGeom prst="rect">
              <a:avLst/>
            </a:prstGeom>
            <a:solidFill>
              <a:srgbClr val="2851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</p:grpSp>
      <p:grpSp>
        <p:nvGrpSpPr>
          <p:cNvPr id="26" name="그룹 25"/>
          <p:cNvGrpSpPr/>
          <p:nvPr userDrawn="1"/>
        </p:nvGrpSpPr>
        <p:grpSpPr>
          <a:xfrm rot="5400000">
            <a:off x="8708989" y="3412308"/>
            <a:ext cx="6660000" cy="96000"/>
            <a:chOff x="2255081" y="2657478"/>
            <a:chExt cx="3886638" cy="83820"/>
          </a:xfrm>
        </p:grpSpPr>
        <p:sp>
          <p:nvSpPr>
            <p:cNvPr id="27" name="직사각형 26"/>
            <p:cNvSpPr/>
            <p:nvPr userDrawn="1"/>
          </p:nvSpPr>
          <p:spPr>
            <a:xfrm>
              <a:off x="2638139" y="2657662"/>
              <a:ext cx="3132596" cy="83636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>
                <a:solidFill>
                  <a:srgbClr val="28517A"/>
                </a:solidFill>
              </a:endParaRPr>
            </a:p>
          </p:txBody>
        </p:sp>
        <p:sp>
          <p:nvSpPr>
            <p:cNvPr id="28" name="직사각형 27"/>
            <p:cNvSpPr/>
            <p:nvPr userDrawn="1"/>
          </p:nvSpPr>
          <p:spPr>
            <a:xfrm>
              <a:off x="2255081" y="2657478"/>
              <a:ext cx="383057" cy="83820"/>
            </a:xfrm>
            <a:prstGeom prst="rect">
              <a:avLst/>
            </a:prstGeom>
            <a:solidFill>
              <a:srgbClr val="2851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29" name="직사각형 28"/>
            <p:cNvSpPr/>
            <p:nvPr userDrawn="1"/>
          </p:nvSpPr>
          <p:spPr>
            <a:xfrm>
              <a:off x="5760119" y="2657478"/>
              <a:ext cx="381600" cy="83820"/>
            </a:xfrm>
            <a:prstGeom prst="rect">
              <a:avLst/>
            </a:prstGeom>
            <a:solidFill>
              <a:srgbClr val="2851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</p:grpSp>
      <p:grpSp>
        <p:nvGrpSpPr>
          <p:cNvPr id="30" name="그룹 29"/>
          <p:cNvGrpSpPr/>
          <p:nvPr userDrawn="1"/>
        </p:nvGrpSpPr>
        <p:grpSpPr>
          <a:xfrm>
            <a:off x="3492421" y="2708920"/>
            <a:ext cx="5182184" cy="83820"/>
            <a:chOff x="2255081" y="2657478"/>
            <a:chExt cx="3886638" cy="83820"/>
          </a:xfrm>
        </p:grpSpPr>
        <p:sp>
          <p:nvSpPr>
            <p:cNvPr id="31" name="직사각형 30"/>
            <p:cNvSpPr/>
            <p:nvPr userDrawn="1"/>
          </p:nvSpPr>
          <p:spPr>
            <a:xfrm>
              <a:off x="2638139" y="2657662"/>
              <a:ext cx="3132596" cy="83636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>
                <a:solidFill>
                  <a:srgbClr val="28517A"/>
                </a:solidFill>
              </a:endParaRPr>
            </a:p>
          </p:txBody>
        </p:sp>
        <p:sp>
          <p:nvSpPr>
            <p:cNvPr id="32" name="직사각형 31"/>
            <p:cNvSpPr/>
            <p:nvPr userDrawn="1"/>
          </p:nvSpPr>
          <p:spPr>
            <a:xfrm>
              <a:off x="2255081" y="2657478"/>
              <a:ext cx="383057" cy="83820"/>
            </a:xfrm>
            <a:prstGeom prst="rect">
              <a:avLst/>
            </a:prstGeom>
            <a:solidFill>
              <a:srgbClr val="2851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33" name="직사각형 32"/>
            <p:cNvSpPr/>
            <p:nvPr userDrawn="1"/>
          </p:nvSpPr>
          <p:spPr>
            <a:xfrm>
              <a:off x="5760119" y="2657478"/>
              <a:ext cx="381600" cy="83820"/>
            </a:xfrm>
            <a:prstGeom prst="rect">
              <a:avLst/>
            </a:prstGeom>
            <a:solidFill>
              <a:srgbClr val="2851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</p:grpSp>
      <p:grpSp>
        <p:nvGrpSpPr>
          <p:cNvPr id="34" name="그룹 33"/>
          <p:cNvGrpSpPr/>
          <p:nvPr userDrawn="1"/>
        </p:nvGrpSpPr>
        <p:grpSpPr>
          <a:xfrm>
            <a:off x="3492423" y="3417188"/>
            <a:ext cx="5182184" cy="83820"/>
            <a:chOff x="2255081" y="2657478"/>
            <a:chExt cx="3886638" cy="83820"/>
          </a:xfrm>
        </p:grpSpPr>
        <p:sp>
          <p:nvSpPr>
            <p:cNvPr id="35" name="직사각형 34"/>
            <p:cNvSpPr/>
            <p:nvPr userDrawn="1"/>
          </p:nvSpPr>
          <p:spPr>
            <a:xfrm>
              <a:off x="2638139" y="2657662"/>
              <a:ext cx="3132596" cy="83636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>
                <a:solidFill>
                  <a:srgbClr val="28517A"/>
                </a:solidFill>
              </a:endParaRPr>
            </a:p>
          </p:txBody>
        </p:sp>
        <p:sp>
          <p:nvSpPr>
            <p:cNvPr id="36" name="직사각형 35"/>
            <p:cNvSpPr/>
            <p:nvPr userDrawn="1"/>
          </p:nvSpPr>
          <p:spPr>
            <a:xfrm>
              <a:off x="2255081" y="2657478"/>
              <a:ext cx="383057" cy="83820"/>
            </a:xfrm>
            <a:prstGeom prst="rect">
              <a:avLst/>
            </a:prstGeom>
            <a:solidFill>
              <a:srgbClr val="2851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37" name="직사각형 36"/>
            <p:cNvSpPr/>
            <p:nvPr userDrawn="1"/>
          </p:nvSpPr>
          <p:spPr>
            <a:xfrm>
              <a:off x="5760119" y="2657478"/>
              <a:ext cx="381600" cy="83820"/>
            </a:xfrm>
            <a:prstGeom prst="rect">
              <a:avLst/>
            </a:prstGeom>
            <a:solidFill>
              <a:srgbClr val="28517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3403199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1F0A51-F0D6-6503-6158-34D0EB9CD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A2B351-B768-4FDC-2B7F-BF787D3246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100386-34D0-EC0D-B9D2-E853E1C236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1F073F-3B24-0D44-9718-91EBAB1697CD}" type="datetimeFigureOut">
              <a:rPr lang="en-KR" smtClean="0"/>
              <a:t>4/7/26</a:t>
            </a:fld>
            <a:endParaRPr lang="en-K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6BAA39-7BF7-4FD2-68FB-281878DEAE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K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099EE-6D70-FA27-1CE9-C89D4E6158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61F4A8-681A-E949-9EBE-70EDF6FA404F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628802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385324" y="4524108"/>
            <a:ext cx="342135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나눔스퀘어_ac ExtraBold"/>
                <a:cs typeface="Times New Roman" panose="02020603050405020304" pitchFamily="18" charset="0"/>
              </a:rPr>
              <a:t>Team 5</a:t>
            </a:r>
          </a:p>
          <a:p>
            <a:pPr algn="ctr">
              <a:defRPr/>
            </a:pP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나눔스퀘어_ac ExtraBold"/>
                <a:cs typeface="Times New Roman" panose="02020603050405020304" pitchFamily="18" charset="0"/>
              </a:rPr>
              <a:t>2021313549 </a:t>
            </a:r>
            <a:r>
              <a:rPr lang="en-US" altLang="ko-KR" sz="14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나눔스퀘어_ac ExtraBold"/>
                <a:cs typeface="Times New Roman" panose="02020603050405020304" pitchFamily="18" charset="0"/>
              </a:rPr>
              <a:t>Sungsoo</a:t>
            </a: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나눔스퀘어_ac ExtraBold"/>
                <a:cs typeface="Times New Roman" panose="02020603050405020304" pitchFamily="18" charset="0"/>
              </a:rPr>
              <a:t> Chung</a:t>
            </a:r>
          </a:p>
          <a:p>
            <a:pPr algn="ctr">
              <a:defRPr/>
            </a:pP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나눔스퀘어_ac ExtraBold"/>
                <a:cs typeface="Times New Roman" panose="02020603050405020304" pitchFamily="18" charset="0"/>
              </a:rPr>
              <a:t>2021####29 TJ Park</a:t>
            </a:r>
          </a:p>
          <a:p>
            <a:pPr algn="ctr">
              <a:defRPr/>
            </a:pP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나눔스퀘어_ac ExtraBold"/>
                <a:cs typeface="Times New Roman" panose="02020603050405020304" pitchFamily="18" charset="0"/>
              </a:rPr>
              <a:t>2022####68 DG Kim</a:t>
            </a:r>
          </a:p>
          <a:p>
            <a:pPr algn="ctr">
              <a:defRPr/>
            </a:pPr>
            <a:r>
              <a: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나눔스퀘어_ac ExtraBold"/>
                <a:cs typeface="Times New Roman" panose="02020603050405020304" pitchFamily="18" charset="0"/>
              </a:rPr>
              <a:t>2025####90 IM Hwang</a:t>
            </a:r>
          </a:p>
        </p:txBody>
      </p:sp>
      <p:sp>
        <p:nvSpPr>
          <p:cNvPr id="8" name="직사각형 2">
            <a:extLst>
              <a:ext uri="{FF2B5EF4-FFF2-40B4-BE49-F238E27FC236}">
                <a16:creationId xmlns:a16="http://schemas.microsoft.com/office/drawing/2014/main" id="{766E05A2-877B-8E2C-43FC-8699F0C60DB6}"/>
              </a:ext>
            </a:extLst>
          </p:cNvPr>
          <p:cNvSpPr/>
          <p:nvPr/>
        </p:nvSpPr>
        <p:spPr>
          <a:xfrm>
            <a:off x="2759772" y="2098043"/>
            <a:ext cx="6696744" cy="213133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1">
              <a:defRPr/>
            </a:pPr>
            <a:endParaRPr lang="ko-KR" altLang="en-US">
              <a:solidFill>
                <a:srgbClr val="28517A"/>
              </a:solidFill>
              <a:latin typeface="Times New Roman" panose="02020603050405020304" pitchFamily="18" charset="0"/>
              <a:ea typeface="맑은 고딕"/>
              <a:cs typeface="Times New Roman" panose="02020603050405020304" pitchFamily="18" charset="0"/>
            </a:endParaRPr>
          </a:p>
        </p:txBody>
      </p:sp>
      <p:sp>
        <p:nvSpPr>
          <p:cNvPr id="9" name="직사각형 3">
            <a:extLst>
              <a:ext uri="{FF2B5EF4-FFF2-40B4-BE49-F238E27FC236}">
                <a16:creationId xmlns:a16="http://schemas.microsoft.com/office/drawing/2014/main" id="{472072E5-D223-56BF-C4F8-C398C713020F}"/>
              </a:ext>
            </a:extLst>
          </p:cNvPr>
          <p:cNvSpPr/>
          <p:nvPr/>
        </p:nvSpPr>
        <p:spPr>
          <a:xfrm>
            <a:off x="2759772" y="2026564"/>
            <a:ext cx="6696744" cy="45719"/>
          </a:xfrm>
          <a:prstGeom prst="rect">
            <a:avLst/>
          </a:prstGeom>
          <a:solidFill>
            <a:srgbClr val="2851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1">
              <a:defRPr/>
            </a:pPr>
            <a:endParaRPr lang="ko-KR" altLang="en-US">
              <a:solidFill>
                <a:prstClr val="white"/>
              </a:solidFill>
              <a:latin typeface="Times New Roman" panose="02020603050405020304" pitchFamily="18" charset="0"/>
              <a:ea typeface="맑은 고딕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44B458-A644-3456-95FD-002F8E4A6C0E}"/>
              </a:ext>
            </a:extLst>
          </p:cNvPr>
          <p:cNvSpPr txBox="1"/>
          <p:nvPr/>
        </p:nvSpPr>
        <p:spPr>
          <a:xfrm>
            <a:off x="2759772" y="2563544"/>
            <a:ext cx="66967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3600" dirty="0">
                <a:latin typeface="Times New Roman" panose="02020603050405020304" pitchFamily="18" charset="0"/>
                <a:ea typeface="나눔스퀘어_ac ExtraBold"/>
                <a:cs typeface="Times New Roman" panose="02020603050405020304" pitchFamily="18" charset="0"/>
              </a:rPr>
              <a:t>PGM Week5 </a:t>
            </a:r>
          </a:p>
          <a:p>
            <a:pPr algn="ctr">
              <a:defRPr/>
            </a:pPr>
            <a:r>
              <a:rPr lang="en-US" altLang="ko-KR" sz="3600" dirty="0">
                <a:latin typeface="Times New Roman" panose="02020603050405020304" pitchFamily="18" charset="0"/>
                <a:ea typeface="나눔스퀘어_ac ExtraBold"/>
                <a:cs typeface="Times New Roman" panose="02020603050405020304" pitchFamily="18" charset="0"/>
              </a:rPr>
              <a:t>NER with Custom CRF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279576" y="2232323"/>
            <a:ext cx="7920880" cy="400498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1">
              <a:defRPr/>
            </a:pPr>
            <a:endParaRPr lang="ko-KR" altLang="en-US">
              <a:solidFill>
                <a:srgbClr val="28517A"/>
              </a:solidFill>
              <a:latin typeface="Times New Roman" panose="02020603050405020304" pitchFamily="18" charset="0"/>
              <a:ea typeface="맑은 고딕"/>
              <a:cs typeface="Times New Roman" panose="02020603050405020304" pitchFamily="18" charset="0"/>
            </a:endParaRPr>
          </a:p>
        </p:txBody>
      </p:sp>
      <p:sp>
        <p:nvSpPr>
          <p:cNvPr id="4" name="직사각형 3"/>
          <p:cNvSpPr/>
          <p:nvPr/>
        </p:nvSpPr>
        <p:spPr>
          <a:xfrm flipV="1">
            <a:off x="2279576" y="2087216"/>
            <a:ext cx="7920880" cy="117649"/>
          </a:xfrm>
          <a:prstGeom prst="rect">
            <a:avLst/>
          </a:prstGeom>
          <a:solidFill>
            <a:srgbClr val="2851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latinLnBrk="1">
              <a:defRPr/>
            </a:pPr>
            <a:endParaRPr lang="ko-KR" altLang="en-US">
              <a:solidFill>
                <a:prstClr val="white"/>
              </a:solidFill>
              <a:latin typeface="Times New Roman" panose="02020603050405020304" pitchFamily="18" charset="0"/>
              <a:ea typeface="맑은 고딕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747628" y="2146040"/>
            <a:ext cx="6984776" cy="3875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 algn="ctr" latinLnBrk="1">
              <a:lnSpc>
                <a:spcPct val="200000"/>
              </a:lnSpc>
              <a:buAutoNum type="arabicPeriod"/>
              <a:defRPr/>
            </a:pPr>
            <a:r>
              <a:rPr lang="en-US" altLang="ko-KR" sz="3200" b="1" dirty="0">
                <a:solidFill>
                  <a:prstClr val="white"/>
                </a:solidFill>
                <a:latin typeface="Times New Roman" panose="02020603050405020304" pitchFamily="18" charset="0"/>
                <a:ea typeface="나눔스퀘어_ac Bold"/>
                <a:cs typeface="Times New Roman" panose="02020603050405020304" pitchFamily="18" charset="0"/>
              </a:rPr>
              <a:t>Baseline Analysis</a:t>
            </a:r>
          </a:p>
          <a:p>
            <a:pPr marL="514350" indent="-514350" algn="ctr" latinLnBrk="1">
              <a:lnSpc>
                <a:spcPct val="200000"/>
              </a:lnSpc>
              <a:buAutoNum type="arabicPeriod"/>
              <a:defRPr/>
            </a:pPr>
            <a:r>
              <a:rPr lang="en-US" altLang="ko-KR" sz="3200" b="1" dirty="0">
                <a:solidFill>
                  <a:prstClr val="white"/>
                </a:solidFill>
                <a:latin typeface="Times New Roman" panose="02020603050405020304" pitchFamily="18" charset="0"/>
                <a:ea typeface="나눔스퀘어_ac Bold"/>
                <a:cs typeface="Times New Roman" panose="02020603050405020304" pitchFamily="18" charset="0"/>
              </a:rPr>
              <a:t>Methodology</a:t>
            </a:r>
          </a:p>
          <a:p>
            <a:pPr marL="514350" indent="-514350" algn="ctr" latinLnBrk="1">
              <a:lnSpc>
                <a:spcPct val="200000"/>
              </a:lnSpc>
              <a:buAutoNum type="arabicPeriod"/>
              <a:defRPr/>
            </a:pPr>
            <a:r>
              <a:rPr lang="en-US" altLang="ko-KR" sz="3200" b="1" dirty="0">
                <a:solidFill>
                  <a:prstClr val="white"/>
                </a:solidFill>
                <a:latin typeface="Times New Roman" panose="02020603050405020304" pitchFamily="18" charset="0"/>
                <a:ea typeface="나눔스퀘어_ac Bold"/>
                <a:cs typeface="Times New Roman" panose="02020603050405020304" pitchFamily="18" charset="0"/>
              </a:rPr>
              <a:t>Experiments</a:t>
            </a:r>
          </a:p>
          <a:p>
            <a:pPr marL="514350" indent="-514350" algn="ctr" latinLnBrk="1">
              <a:lnSpc>
                <a:spcPct val="200000"/>
              </a:lnSpc>
              <a:buAutoNum type="arabicPeriod"/>
              <a:defRPr/>
            </a:pPr>
            <a:r>
              <a:rPr lang="en-US" altLang="ko-KR" sz="3200" b="1" dirty="0">
                <a:solidFill>
                  <a:prstClr val="white"/>
                </a:solidFill>
                <a:latin typeface="Times New Roman" panose="02020603050405020304" pitchFamily="18" charset="0"/>
                <a:ea typeface="나눔스퀘어_ac Bold"/>
                <a:cs typeface="Times New Roman" panose="02020603050405020304" pitchFamily="18" charset="0"/>
              </a:rPr>
              <a:t>Result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39816" y="823945"/>
            <a:ext cx="3456384" cy="1127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>
              <a:lnSpc>
                <a:spcPct val="200000"/>
              </a:lnSpc>
              <a:defRPr/>
            </a:pPr>
            <a:r>
              <a:rPr lang="en-US" altLang="ko-KR" sz="4000" b="1" spc="300">
                <a:solidFill>
                  <a:srgbClr val="28517A"/>
                </a:solidFill>
                <a:latin typeface="Times New Roman" panose="02020603050405020304" pitchFamily="18" charset="0"/>
                <a:ea typeface="나눔스퀘어_ac ExtraBold"/>
                <a:cs typeface="Times New Roman" panose="02020603050405020304" pitchFamily="18" charset="0"/>
              </a:rPr>
              <a:t>CONTENTS</a:t>
            </a:r>
            <a:endParaRPr lang="ko-KR" altLang="en-US" sz="4000" b="1" spc="300">
              <a:solidFill>
                <a:srgbClr val="28517A"/>
              </a:solidFill>
              <a:latin typeface="Times New Roman" panose="02020603050405020304" pitchFamily="18" charset="0"/>
              <a:ea typeface="나눔스퀘어_ac ExtraBold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E039E-9DC5-4E53-FE1E-60996578A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5">
            <a:extLst>
              <a:ext uri="{FF2B5EF4-FFF2-40B4-BE49-F238E27FC236}">
                <a16:creationId xmlns:a16="http://schemas.microsoft.com/office/drawing/2014/main" id="{44908C7A-FF58-6D3A-AC75-A4B0E43C8D40}"/>
              </a:ext>
            </a:extLst>
          </p:cNvPr>
          <p:cNvSpPr/>
          <p:nvPr/>
        </p:nvSpPr>
        <p:spPr>
          <a:xfrm>
            <a:off x="899592" y="0"/>
            <a:ext cx="720080" cy="755637"/>
          </a:xfrm>
          <a:prstGeom prst="rect">
            <a:avLst/>
          </a:prstGeom>
          <a:solidFill>
            <a:srgbClr val="2851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직사각형 3">
            <a:extLst>
              <a:ext uri="{FF2B5EF4-FFF2-40B4-BE49-F238E27FC236}">
                <a16:creationId xmlns:a16="http://schemas.microsoft.com/office/drawing/2014/main" id="{749F5DA2-6575-1CD4-5CC5-16D9998BA5E0}"/>
              </a:ext>
            </a:extLst>
          </p:cNvPr>
          <p:cNvSpPr/>
          <p:nvPr/>
        </p:nvSpPr>
        <p:spPr>
          <a:xfrm flipV="1">
            <a:off x="-12887" y="755637"/>
            <a:ext cx="9157884" cy="4571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rgbClr val="28517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4B176F-FD84-8214-7CE4-79E9CE252DB4}"/>
              </a:ext>
            </a:extLst>
          </p:cNvPr>
          <p:cNvSpPr txBox="1"/>
          <p:nvPr/>
        </p:nvSpPr>
        <p:spPr>
          <a:xfrm>
            <a:off x="863588" y="112646"/>
            <a:ext cx="7920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3600" spc="300">
                <a:solidFill>
                  <a:schemeClr val="bg1"/>
                </a:solidFill>
                <a:latin typeface="Times New Roman" panose="02020603050405020304" pitchFamily="18" charset="0"/>
                <a:ea typeface="나눔스퀘어_ac ExtraBold"/>
                <a:cs typeface="Times New Roman" panose="02020603050405020304" pitchFamily="18" charset="0"/>
              </a:rPr>
              <a:t>1</a:t>
            </a:r>
            <a:endParaRPr lang="ko-KR" altLang="en-US" sz="3600" b="0" spc="300">
              <a:solidFill>
                <a:schemeClr val="bg1"/>
              </a:solidFill>
              <a:latin typeface="Times New Roman" panose="02020603050405020304" pitchFamily="18" charset="0"/>
              <a:ea typeface="나눔스퀘어_ac ExtraBold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8E9E96-F4E4-5B51-9E4C-2656DDE0A151}"/>
              </a:ext>
            </a:extLst>
          </p:cNvPr>
          <p:cNvSpPr txBox="1"/>
          <p:nvPr/>
        </p:nvSpPr>
        <p:spPr>
          <a:xfrm>
            <a:off x="677205" y="1010995"/>
            <a:ext cx="59110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000" b="1" dirty="0">
                <a:latin typeface="Times New Roman" panose="02020603050405020304" pitchFamily="18" charset="0"/>
                <a:ea typeface="나눔스퀘어_ac Bold" panose="020B0600000101010101" pitchFamily="50" charset="-127"/>
                <a:cs typeface="Times New Roman" panose="02020603050405020304" pitchFamily="18" charset="0"/>
              </a:rPr>
              <a:t>DD</a:t>
            </a:r>
            <a:endParaRPr lang="ko-KR" altLang="en-US" sz="2000" b="1" dirty="0">
              <a:latin typeface="Times New Roman" panose="02020603050405020304" pitchFamily="18" charset="0"/>
              <a:ea typeface="나눔스퀘어_ac Bold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10" name="직사각형 7">
            <a:extLst>
              <a:ext uri="{FF2B5EF4-FFF2-40B4-BE49-F238E27FC236}">
                <a16:creationId xmlns:a16="http://schemas.microsoft.com/office/drawing/2014/main" id="{1ABF44C4-0B67-3FDC-B815-6378D98870F7}"/>
              </a:ext>
            </a:extLst>
          </p:cNvPr>
          <p:cNvSpPr/>
          <p:nvPr/>
        </p:nvSpPr>
        <p:spPr>
          <a:xfrm>
            <a:off x="539552" y="1040612"/>
            <a:ext cx="86072" cy="386330"/>
          </a:xfrm>
          <a:prstGeom prst="rect">
            <a:avLst/>
          </a:prstGeom>
          <a:solidFill>
            <a:srgbClr val="2851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EEF814-18A3-674F-0A5D-3F98AA352F1A}"/>
              </a:ext>
            </a:extLst>
          </p:cNvPr>
          <p:cNvSpPr txBox="1"/>
          <p:nvPr/>
        </p:nvSpPr>
        <p:spPr>
          <a:xfrm>
            <a:off x="1691680" y="223235"/>
            <a:ext cx="48965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400" b="1" dirty="0">
                <a:latin typeface="Times New Roman" panose="02020603050405020304" pitchFamily="18" charset="0"/>
                <a:ea typeface="나눔스퀘어_ac ExtraBold"/>
                <a:cs typeface="Times New Roman" panose="02020603050405020304" pitchFamily="18" charset="0"/>
              </a:rPr>
              <a:t>Baseline Analysis</a:t>
            </a:r>
            <a:endParaRPr lang="ko-KR" altLang="en-US" sz="2400" b="1" dirty="0">
              <a:latin typeface="Times New Roman" panose="02020603050405020304" pitchFamily="18" charset="0"/>
              <a:ea typeface="나눔스퀘어_ac ExtraBold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EEAEB0-7A60-1B77-767B-A94AA142EA6E}"/>
              </a:ext>
            </a:extLst>
          </p:cNvPr>
          <p:cNvSpPr txBox="1"/>
          <p:nvPr/>
        </p:nvSpPr>
        <p:spPr>
          <a:xfrm>
            <a:off x="677204" y="1600460"/>
            <a:ext cx="10929580" cy="1112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dirty="0">
                <a:latin typeface="Times New Roman" panose="02020603050405020304" pitchFamily="18" charset="0"/>
                <a:ea typeface="나눔스퀘어_ac Bold" panose="020B0600000101010101" pitchFamily="50" charset="-127"/>
                <a:cs typeface="Times New Roman" panose="02020603050405020304" pitchFamily="18" charset="0"/>
              </a:rPr>
              <a:t>DD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dirty="0">
                <a:latin typeface="Times New Roman" panose="02020603050405020304" pitchFamily="18" charset="0"/>
                <a:ea typeface="나눔스퀘어_ac Bold" panose="020B0600000101010101" pitchFamily="50" charset="-127"/>
                <a:cs typeface="Times New Roman" panose="02020603050405020304" pitchFamily="18" charset="0"/>
              </a:rPr>
              <a:t>DD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8B8D2B-4854-6862-5386-030304EEDAD5}"/>
              </a:ext>
            </a:extLst>
          </p:cNvPr>
          <p:cNvSpPr txBox="1"/>
          <p:nvPr/>
        </p:nvSpPr>
        <p:spPr>
          <a:xfrm>
            <a:off x="0" y="6403932"/>
            <a:ext cx="117896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</a:t>
            </a:r>
          </a:p>
        </p:txBody>
      </p:sp>
    </p:spTree>
    <p:extLst>
      <p:ext uri="{BB962C8B-B14F-4D97-AF65-F5344CB8AC3E}">
        <p14:creationId xmlns:p14="http://schemas.microsoft.com/office/powerpoint/2010/main" val="374923157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CF0DC-366A-AF1A-40DD-342A0FBCE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5">
            <a:extLst>
              <a:ext uri="{FF2B5EF4-FFF2-40B4-BE49-F238E27FC236}">
                <a16:creationId xmlns:a16="http://schemas.microsoft.com/office/drawing/2014/main" id="{7E38A13D-B4E4-7164-D8FF-E2B14BA31E89}"/>
              </a:ext>
            </a:extLst>
          </p:cNvPr>
          <p:cNvSpPr/>
          <p:nvPr/>
        </p:nvSpPr>
        <p:spPr>
          <a:xfrm>
            <a:off x="899592" y="0"/>
            <a:ext cx="720080" cy="755637"/>
          </a:xfrm>
          <a:prstGeom prst="rect">
            <a:avLst/>
          </a:prstGeom>
          <a:solidFill>
            <a:srgbClr val="2851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직사각형 3">
            <a:extLst>
              <a:ext uri="{FF2B5EF4-FFF2-40B4-BE49-F238E27FC236}">
                <a16:creationId xmlns:a16="http://schemas.microsoft.com/office/drawing/2014/main" id="{3018731B-3D8F-FD03-E6EA-03B7BFDB0EA6}"/>
              </a:ext>
            </a:extLst>
          </p:cNvPr>
          <p:cNvSpPr/>
          <p:nvPr/>
        </p:nvSpPr>
        <p:spPr>
          <a:xfrm flipV="1">
            <a:off x="-12887" y="755637"/>
            <a:ext cx="9157884" cy="4571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rgbClr val="28517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BF2FEC-893B-B950-A983-AAD0C0D32079}"/>
              </a:ext>
            </a:extLst>
          </p:cNvPr>
          <p:cNvSpPr txBox="1"/>
          <p:nvPr/>
        </p:nvSpPr>
        <p:spPr>
          <a:xfrm>
            <a:off x="863588" y="112646"/>
            <a:ext cx="7920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3600" b="0" spc="300" dirty="0">
                <a:solidFill>
                  <a:schemeClr val="bg1"/>
                </a:solidFill>
                <a:latin typeface="Times New Roman" panose="02020603050405020304" pitchFamily="18" charset="0"/>
                <a:ea typeface="나눔스퀘어_ac ExtraBold"/>
                <a:cs typeface="Times New Roman" panose="02020603050405020304" pitchFamily="18" charset="0"/>
              </a:rPr>
              <a:t>2</a:t>
            </a:r>
            <a:endParaRPr lang="ko-KR" altLang="en-US" sz="3600" b="0" spc="300" dirty="0">
              <a:solidFill>
                <a:schemeClr val="bg1"/>
              </a:solidFill>
              <a:latin typeface="Times New Roman" panose="02020603050405020304" pitchFamily="18" charset="0"/>
              <a:ea typeface="나눔스퀘어_ac ExtraBold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C997CF-18D0-9427-98B0-E55B79A68201}"/>
              </a:ext>
            </a:extLst>
          </p:cNvPr>
          <p:cNvSpPr txBox="1"/>
          <p:nvPr/>
        </p:nvSpPr>
        <p:spPr>
          <a:xfrm>
            <a:off x="677205" y="1010995"/>
            <a:ext cx="59110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000" b="1" dirty="0">
                <a:latin typeface="Times New Roman" panose="02020603050405020304" pitchFamily="18" charset="0"/>
                <a:ea typeface="나눔스퀘어_ac Bold" panose="020B0600000101010101" pitchFamily="50" charset="-127"/>
                <a:cs typeface="Times New Roman" panose="02020603050405020304" pitchFamily="18" charset="0"/>
              </a:rPr>
              <a:t>DD</a:t>
            </a:r>
            <a:endParaRPr lang="ko-KR" altLang="en-US" sz="2000" b="1" dirty="0">
              <a:latin typeface="Times New Roman" panose="02020603050405020304" pitchFamily="18" charset="0"/>
              <a:ea typeface="나눔스퀘어_ac Bold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10" name="직사각형 7">
            <a:extLst>
              <a:ext uri="{FF2B5EF4-FFF2-40B4-BE49-F238E27FC236}">
                <a16:creationId xmlns:a16="http://schemas.microsoft.com/office/drawing/2014/main" id="{E002B814-1CD0-4722-9340-5CF2D0C97FFD}"/>
              </a:ext>
            </a:extLst>
          </p:cNvPr>
          <p:cNvSpPr/>
          <p:nvPr/>
        </p:nvSpPr>
        <p:spPr>
          <a:xfrm>
            <a:off x="539552" y="1040612"/>
            <a:ext cx="86072" cy="386330"/>
          </a:xfrm>
          <a:prstGeom prst="rect">
            <a:avLst/>
          </a:prstGeom>
          <a:solidFill>
            <a:srgbClr val="2851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739F9A-ECD4-B4E1-AE8C-DB85C138D5B8}"/>
              </a:ext>
            </a:extLst>
          </p:cNvPr>
          <p:cNvSpPr txBox="1"/>
          <p:nvPr/>
        </p:nvSpPr>
        <p:spPr>
          <a:xfrm>
            <a:off x="1691680" y="223235"/>
            <a:ext cx="48965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400" b="1" dirty="0">
                <a:latin typeface="Times New Roman" panose="02020603050405020304" pitchFamily="18" charset="0"/>
                <a:ea typeface="나눔스퀘어_ac ExtraBold"/>
                <a:cs typeface="Times New Roman" panose="02020603050405020304" pitchFamily="18" charset="0"/>
              </a:rPr>
              <a:t>Methodology</a:t>
            </a:r>
            <a:endParaRPr lang="ko-KR" altLang="en-US" sz="2400" b="1" dirty="0">
              <a:latin typeface="Times New Roman" panose="02020603050405020304" pitchFamily="18" charset="0"/>
              <a:ea typeface="나눔스퀘어_ac ExtraBold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208F76-BFDF-539E-547B-26C9CB97B15B}"/>
              </a:ext>
            </a:extLst>
          </p:cNvPr>
          <p:cNvSpPr txBox="1"/>
          <p:nvPr/>
        </p:nvSpPr>
        <p:spPr>
          <a:xfrm>
            <a:off x="677204" y="1600460"/>
            <a:ext cx="10929580" cy="1112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dirty="0">
                <a:latin typeface="Times New Roman" panose="02020603050405020304" pitchFamily="18" charset="0"/>
                <a:ea typeface="나눔스퀘어_ac Bold" panose="020B0600000101010101" pitchFamily="50" charset="-127"/>
                <a:cs typeface="Times New Roman" panose="02020603050405020304" pitchFamily="18" charset="0"/>
              </a:rPr>
              <a:t>DD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dirty="0">
                <a:latin typeface="Times New Roman" panose="02020603050405020304" pitchFamily="18" charset="0"/>
                <a:ea typeface="나눔스퀘어_ac Bold" panose="020B0600000101010101" pitchFamily="50" charset="-127"/>
                <a:cs typeface="Times New Roman" panose="02020603050405020304" pitchFamily="18" charset="0"/>
              </a:rPr>
              <a:t>DD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77F2D8-BA15-16B6-EB07-D1180BD6D1A0}"/>
              </a:ext>
            </a:extLst>
          </p:cNvPr>
          <p:cNvSpPr txBox="1"/>
          <p:nvPr/>
        </p:nvSpPr>
        <p:spPr>
          <a:xfrm>
            <a:off x="0" y="6403932"/>
            <a:ext cx="117896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</a:t>
            </a:r>
          </a:p>
        </p:txBody>
      </p:sp>
    </p:spTree>
    <p:extLst>
      <p:ext uri="{BB962C8B-B14F-4D97-AF65-F5344CB8AC3E}">
        <p14:creationId xmlns:p14="http://schemas.microsoft.com/office/powerpoint/2010/main" val="3837617819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82B3D-0653-9EB2-9C1B-FFCBDF9E3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5">
            <a:extLst>
              <a:ext uri="{FF2B5EF4-FFF2-40B4-BE49-F238E27FC236}">
                <a16:creationId xmlns:a16="http://schemas.microsoft.com/office/drawing/2014/main" id="{B5A3872C-98D4-CACB-EC61-ACE1920DA42E}"/>
              </a:ext>
            </a:extLst>
          </p:cNvPr>
          <p:cNvSpPr/>
          <p:nvPr/>
        </p:nvSpPr>
        <p:spPr>
          <a:xfrm>
            <a:off x="899592" y="0"/>
            <a:ext cx="720080" cy="755637"/>
          </a:xfrm>
          <a:prstGeom prst="rect">
            <a:avLst/>
          </a:prstGeom>
          <a:solidFill>
            <a:srgbClr val="2851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직사각형 3">
            <a:extLst>
              <a:ext uri="{FF2B5EF4-FFF2-40B4-BE49-F238E27FC236}">
                <a16:creationId xmlns:a16="http://schemas.microsoft.com/office/drawing/2014/main" id="{1728A10B-370E-FCBC-8586-EF13765AF183}"/>
              </a:ext>
            </a:extLst>
          </p:cNvPr>
          <p:cNvSpPr/>
          <p:nvPr/>
        </p:nvSpPr>
        <p:spPr>
          <a:xfrm flipV="1">
            <a:off x="-12887" y="755637"/>
            <a:ext cx="9157884" cy="4571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rgbClr val="28517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6015D5-3C7F-BF55-92ED-BEDC02BF8221}"/>
              </a:ext>
            </a:extLst>
          </p:cNvPr>
          <p:cNvSpPr txBox="1"/>
          <p:nvPr/>
        </p:nvSpPr>
        <p:spPr>
          <a:xfrm>
            <a:off x="863588" y="112646"/>
            <a:ext cx="7920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3600" b="0" spc="300" dirty="0">
                <a:solidFill>
                  <a:schemeClr val="bg1"/>
                </a:solidFill>
                <a:latin typeface="Times New Roman" panose="02020603050405020304" pitchFamily="18" charset="0"/>
                <a:ea typeface="나눔스퀘어_ac ExtraBold"/>
                <a:cs typeface="Times New Roman" panose="02020603050405020304" pitchFamily="18" charset="0"/>
              </a:rPr>
              <a:t>3</a:t>
            </a:r>
            <a:endParaRPr lang="ko-KR" altLang="en-US" sz="3600" b="0" spc="300" dirty="0">
              <a:solidFill>
                <a:schemeClr val="bg1"/>
              </a:solidFill>
              <a:latin typeface="Times New Roman" panose="02020603050405020304" pitchFamily="18" charset="0"/>
              <a:ea typeface="나눔스퀘어_ac ExtraBold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0930F9-E644-11D2-E6B3-0D1CA93FAAA9}"/>
              </a:ext>
            </a:extLst>
          </p:cNvPr>
          <p:cNvSpPr txBox="1"/>
          <p:nvPr/>
        </p:nvSpPr>
        <p:spPr>
          <a:xfrm>
            <a:off x="677205" y="1010995"/>
            <a:ext cx="59110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000" b="1" dirty="0">
                <a:latin typeface="Times New Roman" panose="02020603050405020304" pitchFamily="18" charset="0"/>
                <a:ea typeface="나눔스퀘어_ac Bold" panose="020B0600000101010101" pitchFamily="50" charset="-127"/>
                <a:cs typeface="Times New Roman" panose="02020603050405020304" pitchFamily="18" charset="0"/>
              </a:rPr>
              <a:t>Overall Performance Table</a:t>
            </a:r>
            <a:endParaRPr lang="ko-KR" altLang="en-US" sz="2000" b="1" dirty="0">
              <a:latin typeface="Times New Roman" panose="02020603050405020304" pitchFamily="18" charset="0"/>
              <a:ea typeface="나눔스퀘어_ac Bold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10" name="직사각형 7">
            <a:extLst>
              <a:ext uri="{FF2B5EF4-FFF2-40B4-BE49-F238E27FC236}">
                <a16:creationId xmlns:a16="http://schemas.microsoft.com/office/drawing/2014/main" id="{7763A4BD-79EB-687F-6CDC-52C1758A56BB}"/>
              </a:ext>
            </a:extLst>
          </p:cNvPr>
          <p:cNvSpPr/>
          <p:nvPr/>
        </p:nvSpPr>
        <p:spPr>
          <a:xfrm>
            <a:off x="539552" y="1040612"/>
            <a:ext cx="86072" cy="386330"/>
          </a:xfrm>
          <a:prstGeom prst="rect">
            <a:avLst/>
          </a:prstGeom>
          <a:solidFill>
            <a:srgbClr val="2851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61C365-9E9A-EE8B-9006-9BDC15431FF4}"/>
              </a:ext>
            </a:extLst>
          </p:cNvPr>
          <p:cNvSpPr txBox="1"/>
          <p:nvPr/>
        </p:nvSpPr>
        <p:spPr>
          <a:xfrm>
            <a:off x="1691680" y="223235"/>
            <a:ext cx="48965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400" b="1" dirty="0">
                <a:latin typeface="Times New Roman" panose="02020603050405020304" pitchFamily="18" charset="0"/>
                <a:ea typeface="나눔스퀘어_ac ExtraBold"/>
                <a:cs typeface="Times New Roman" panose="02020603050405020304" pitchFamily="18" charset="0"/>
              </a:rPr>
              <a:t>Experiments</a:t>
            </a:r>
            <a:endParaRPr lang="ko-KR" altLang="en-US" sz="2400" b="1" dirty="0">
              <a:latin typeface="Times New Roman" panose="02020603050405020304" pitchFamily="18" charset="0"/>
              <a:ea typeface="나눔스퀘어_ac ExtraBold"/>
              <a:cs typeface="Times New Roman" panose="02020603050405020304" pitchFamily="18" charset="0"/>
            </a:endParaRP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20ECC1C0-BF92-D4A5-84C9-0B001E6399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5115596"/>
              </p:ext>
            </p:extLst>
          </p:nvPr>
        </p:nvGraphicFramePr>
        <p:xfrm>
          <a:off x="502054" y="2002828"/>
          <a:ext cx="9771499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0991">
                  <a:extLst>
                    <a:ext uri="{9D8B030D-6E8A-4147-A177-3AD203B41FA5}">
                      <a16:colId xmlns:a16="http://schemas.microsoft.com/office/drawing/2014/main" val="1576359614"/>
                    </a:ext>
                  </a:extLst>
                </a:gridCol>
                <a:gridCol w="1570616">
                  <a:extLst>
                    <a:ext uri="{9D8B030D-6E8A-4147-A177-3AD203B41FA5}">
                      <a16:colId xmlns:a16="http://schemas.microsoft.com/office/drawing/2014/main" val="4128246164"/>
                    </a:ext>
                  </a:extLst>
                </a:gridCol>
                <a:gridCol w="1323191">
                  <a:extLst>
                    <a:ext uri="{9D8B030D-6E8A-4147-A177-3AD203B41FA5}">
                      <a16:colId xmlns:a16="http://schemas.microsoft.com/office/drawing/2014/main" val="1218241213"/>
                    </a:ext>
                  </a:extLst>
                </a:gridCol>
                <a:gridCol w="1300269">
                  <a:extLst>
                    <a:ext uri="{9D8B030D-6E8A-4147-A177-3AD203B41FA5}">
                      <a16:colId xmlns:a16="http://schemas.microsoft.com/office/drawing/2014/main" val="3469695625"/>
                    </a:ext>
                  </a:extLst>
                </a:gridCol>
                <a:gridCol w="1214511">
                  <a:extLst>
                    <a:ext uri="{9D8B030D-6E8A-4147-A177-3AD203B41FA5}">
                      <a16:colId xmlns:a16="http://schemas.microsoft.com/office/drawing/2014/main" val="2413250184"/>
                    </a:ext>
                  </a:extLst>
                </a:gridCol>
                <a:gridCol w="1214511">
                  <a:extLst>
                    <a:ext uri="{9D8B030D-6E8A-4147-A177-3AD203B41FA5}">
                      <a16:colId xmlns:a16="http://schemas.microsoft.com/office/drawing/2014/main" val="991336463"/>
                    </a:ext>
                  </a:extLst>
                </a:gridCol>
                <a:gridCol w="1477410">
                  <a:extLst>
                    <a:ext uri="{9D8B030D-6E8A-4147-A177-3AD203B41FA5}">
                      <a16:colId xmlns:a16="http://schemas.microsoft.com/office/drawing/2014/main" val="9374345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Models</a:t>
                      </a:r>
                      <a:endParaRPr lang="en-KR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MISC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ORG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Overall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5267195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l"/>
                      <a:r>
                        <a:rPr lang="en-KR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0.8428</a:t>
                      </a:r>
                      <a:endParaRPr lang="en-KR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0.7917</a:t>
                      </a:r>
                      <a:endParaRPr lang="en-KR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0.7282</a:t>
                      </a:r>
                      <a:endParaRPr lang="en-KR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0.8258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0.7986</a:t>
                      </a:r>
                      <a:endParaRPr lang="en-KR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293696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l"/>
                      <a:endParaRPr lang="en-KR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0.8034</a:t>
                      </a:r>
                      <a:endParaRPr lang="en-KR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0.7365</a:t>
                      </a:r>
                      <a:endParaRPr lang="en-KR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0.6887</a:t>
                      </a:r>
                      <a:endParaRPr lang="en-KR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0.8472</a:t>
                      </a:r>
                      <a:endParaRPr lang="en-KR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0.7739</a:t>
                      </a:r>
                      <a:endParaRPr lang="en-KR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42886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l"/>
                      <a:endParaRPr lang="en-KR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F1-score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0.8226</a:t>
                      </a:r>
                      <a:endParaRPr lang="en-KR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0.7631</a:t>
                      </a:r>
                      <a:endParaRPr lang="en-KR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0.7079</a:t>
                      </a:r>
                      <a:endParaRPr lang="en-KR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0.8364</a:t>
                      </a:r>
                      <a:endParaRPr lang="en-KR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0.7861</a:t>
                      </a:r>
                      <a:endParaRPr lang="en-KR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9885193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l"/>
                      <a:r>
                        <a:rPr lang="en-KR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Ours (c=4)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0.8491</a:t>
                      </a:r>
                      <a:endParaRPr lang="en-KR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0.7960</a:t>
                      </a:r>
                      <a:endParaRPr lang="en-KR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0.8079</a:t>
                      </a:r>
                      <a:endParaRPr lang="en-KR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0.8526</a:t>
                      </a:r>
                      <a:endParaRPr lang="en-KR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0.8326</a:t>
                      </a:r>
                      <a:endParaRPr lang="en-KR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42465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l"/>
                      <a:endParaRPr lang="en-KR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0.8501</a:t>
                      </a:r>
                      <a:endParaRPr lang="en-KR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0.7336</a:t>
                      </a:r>
                      <a:endParaRPr lang="en-KR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0.7369</a:t>
                      </a:r>
                      <a:endParaRPr lang="en-KR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0.8905</a:t>
                      </a:r>
                      <a:endParaRPr lang="en-KR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i="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0.8139</a:t>
                      </a:r>
                      <a:endParaRPr lang="en-KR" i="0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3151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l"/>
                      <a:endParaRPr lang="en-KR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lang="en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1-score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0.8496</a:t>
                      </a:r>
                      <a:endParaRPr lang="en-KR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0.7635</a:t>
                      </a:r>
                      <a:endParaRPr lang="en-KR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0.7708</a:t>
                      </a:r>
                      <a:endParaRPr lang="en-KR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0.8711</a:t>
                      </a:r>
                      <a:endParaRPr lang="en-KR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0.8232</a:t>
                      </a:r>
                      <a:endParaRPr lang="en-KR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2396989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l"/>
                      <a:r>
                        <a:rPr lang="en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Ours (c=5)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0.8576</a:t>
                      </a:r>
                      <a:endParaRPr lang="en-KR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0.7979</a:t>
                      </a:r>
                      <a:endParaRPr lang="en-KR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0.7933</a:t>
                      </a:r>
                      <a:endParaRPr lang="en-KR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0.8569</a:t>
                      </a:r>
                      <a:endParaRPr lang="en-KR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0.8322</a:t>
                      </a:r>
                      <a:endParaRPr lang="en-KR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082007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l"/>
                      <a:endParaRPr lang="en-KR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0.8483</a:t>
                      </a:r>
                      <a:endParaRPr lang="en-KR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0.7422</a:t>
                      </a:r>
                      <a:endParaRPr lang="en-KR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0.7417</a:t>
                      </a:r>
                      <a:endParaRPr lang="en-KR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0.8850</a:t>
                      </a:r>
                      <a:endParaRPr lang="en-KR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0.8143</a:t>
                      </a:r>
                      <a:endParaRPr lang="en-KR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644317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l"/>
                      <a:endParaRPr lang="en-KR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F1-score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0.8529</a:t>
                      </a:r>
                      <a:endParaRPr lang="en-KR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0.7690</a:t>
                      </a:r>
                      <a:endParaRPr lang="en-KR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0.7666</a:t>
                      </a:r>
                      <a:endParaRPr lang="en-KR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0.8707</a:t>
                      </a:r>
                      <a:endParaRPr lang="en-KR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0.8232</a:t>
                      </a:r>
                      <a:endParaRPr lang="en-KR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40036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918692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1A04B-4C10-826B-E48D-38E5A4AD7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5">
            <a:extLst>
              <a:ext uri="{FF2B5EF4-FFF2-40B4-BE49-F238E27FC236}">
                <a16:creationId xmlns:a16="http://schemas.microsoft.com/office/drawing/2014/main" id="{7720F5FE-8842-DF8F-1C1C-BFF21DCADFB6}"/>
              </a:ext>
            </a:extLst>
          </p:cNvPr>
          <p:cNvSpPr/>
          <p:nvPr/>
        </p:nvSpPr>
        <p:spPr>
          <a:xfrm>
            <a:off x="899592" y="0"/>
            <a:ext cx="720080" cy="755637"/>
          </a:xfrm>
          <a:prstGeom prst="rect">
            <a:avLst/>
          </a:prstGeom>
          <a:solidFill>
            <a:srgbClr val="2851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직사각형 3">
            <a:extLst>
              <a:ext uri="{FF2B5EF4-FFF2-40B4-BE49-F238E27FC236}">
                <a16:creationId xmlns:a16="http://schemas.microsoft.com/office/drawing/2014/main" id="{B89E12BF-F023-8D57-3DD5-F052BACDC05A}"/>
              </a:ext>
            </a:extLst>
          </p:cNvPr>
          <p:cNvSpPr/>
          <p:nvPr/>
        </p:nvSpPr>
        <p:spPr>
          <a:xfrm flipV="1">
            <a:off x="-12887" y="755637"/>
            <a:ext cx="9157884" cy="4571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rgbClr val="28517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5A7A52-4BD5-9C3C-73C8-E7ECB54DC0E9}"/>
              </a:ext>
            </a:extLst>
          </p:cNvPr>
          <p:cNvSpPr txBox="1"/>
          <p:nvPr/>
        </p:nvSpPr>
        <p:spPr>
          <a:xfrm>
            <a:off x="863588" y="112646"/>
            <a:ext cx="7920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3600" b="0" spc="300" dirty="0">
                <a:solidFill>
                  <a:schemeClr val="bg1"/>
                </a:solidFill>
                <a:latin typeface="Times New Roman" panose="02020603050405020304" pitchFamily="18" charset="0"/>
                <a:ea typeface="나눔스퀘어_ac ExtraBold"/>
                <a:cs typeface="Times New Roman" panose="02020603050405020304" pitchFamily="18" charset="0"/>
              </a:rPr>
              <a:t>3</a:t>
            </a:r>
            <a:endParaRPr lang="ko-KR" altLang="en-US" sz="3600" b="0" spc="300" dirty="0">
              <a:solidFill>
                <a:schemeClr val="bg1"/>
              </a:solidFill>
              <a:latin typeface="Times New Roman" panose="02020603050405020304" pitchFamily="18" charset="0"/>
              <a:ea typeface="나눔스퀘어_ac ExtraBold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895B47-7027-144A-18AC-8436F54D376D}"/>
              </a:ext>
            </a:extLst>
          </p:cNvPr>
          <p:cNvSpPr txBox="1"/>
          <p:nvPr/>
        </p:nvSpPr>
        <p:spPr>
          <a:xfrm>
            <a:off x="677205" y="1010995"/>
            <a:ext cx="59110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000" b="1" dirty="0">
                <a:latin typeface="Times New Roman" panose="02020603050405020304" pitchFamily="18" charset="0"/>
                <a:ea typeface="나눔스퀘어_ac Bold" panose="020B0600000101010101" pitchFamily="50" charset="-127"/>
                <a:cs typeface="Times New Roman" panose="02020603050405020304" pitchFamily="18" charset="0"/>
              </a:rPr>
              <a:t>Tuning Context Window c </a:t>
            </a:r>
            <a:endParaRPr lang="ko-KR" altLang="en-US" sz="2000" b="1" dirty="0">
              <a:latin typeface="Times New Roman" panose="02020603050405020304" pitchFamily="18" charset="0"/>
              <a:ea typeface="나눔스퀘어_ac Bold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10" name="직사각형 7">
            <a:extLst>
              <a:ext uri="{FF2B5EF4-FFF2-40B4-BE49-F238E27FC236}">
                <a16:creationId xmlns:a16="http://schemas.microsoft.com/office/drawing/2014/main" id="{DA48BB56-D375-8AF6-4FBE-2C0BF4EA7704}"/>
              </a:ext>
            </a:extLst>
          </p:cNvPr>
          <p:cNvSpPr/>
          <p:nvPr/>
        </p:nvSpPr>
        <p:spPr>
          <a:xfrm>
            <a:off x="539552" y="1040612"/>
            <a:ext cx="86072" cy="386330"/>
          </a:xfrm>
          <a:prstGeom prst="rect">
            <a:avLst/>
          </a:prstGeom>
          <a:solidFill>
            <a:srgbClr val="2851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A6B1AD-FF86-C478-4128-4052738C68E0}"/>
              </a:ext>
            </a:extLst>
          </p:cNvPr>
          <p:cNvSpPr txBox="1"/>
          <p:nvPr/>
        </p:nvSpPr>
        <p:spPr>
          <a:xfrm>
            <a:off x="1691680" y="223235"/>
            <a:ext cx="48965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400" b="1" dirty="0">
                <a:latin typeface="Times New Roman" panose="02020603050405020304" pitchFamily="18" charset="0"/>
                <a:ea typeface="나눔스퀘어_ac ExtraBold"/>
                <a:cs typeface="Times New Roman" panose="02020603050405020304" pitchFamily="18" charset="0"/>
              </a:rPr>
              <a:t>Experiments</a:t>
            </a:r>
            <a:endParaRPr lang="ko-KR" altLang="en-US" sz="2400" b="1" dirty="0">
              <a:latin typeface="Times New Roman" panose="02020603050405020304" pitchFamily="18" charset="0"/>
              <a:ea typeface="나눔스퀘어_ac ExtraBold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B67DFC7-0932-4D66-CE46-1D04542F46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5506080"/>
              </p:ext>
            </p:extLst>
          </p:nvPr>
        </p:nvGraphicFramePr>
        <p:xfrm>
          <a:off x="539552" y="1996440"/>
          <a:ext cx="8303234" cy="2895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3342">
                  <a:extLst>
                    <a:ext uri="{9D8B030D-6E8A-4147-A177-3AD203B41FA5}">
                      <a16:colId xmlns:a16="http://schemas.microsoft.com/office/drawing/2014/main" val="1576359614"/>
                    </a:ext>
                  </a:extLst>
                </a:gridCol>
                <a:gridCol w="1323191">
                  <a:extLst>
                    <a:ext uri="{9D8B030D-6E8A-4147-A177-3AD203B41FA5}">
                      <a16:colId xmlns:a16="http://schemas.microsoft.com/office/drawing/2014/main" val="1218241213"/>
                    </a:ext>
                  </a:extLst>
                </a:gridCol>
                <a:gridCol w="1300269">
                  <a:extLst>
                    <a:ext uri="{9D8B030D-6E8A-4147-A177-3AD203B41FA5}">
                      <a16:colId xmlns:a16="http://schemas.microsoft.com/office/drawing/2014/main" val="3469695625"/>
                    </a:ext>
                  </a:extLst>
                </a:gridCol>
                <a:gridCol w="1214511">
                  <a:extLst>
                    <a:ext uri="{9D8B030D-6E8A-4147-A177-3AD203B41FA5}">
                      <a16:colId xmlns:a16="http://schemas.microsoft.com/office/drawing/2014/main" val="2413250184"/>
                    </a:ext>
                  </a:extLst>
                </a:gridCol>
                <a:gridCol w="1214511">
                  <a:extLst>
                    <a:ext uri="{9D8B030D-6E8A-4147-A177-3AD203B41FA5}">
                      <a16:colId xmlns:a16="http://schemas.microsoft.com/office/drawing/2014/main" val="991336463"/>
                    </a:ext>
                  </a:extLst>
                </a:gridCol>
                <a:gridCol w="1477410">
                  <a:extLst>
                    <a:ext uri="{9D8B030D-6E8A-4147-A177-3AD203B41FA5}">
                      <a16:colId xmlns:a16="http://schemas.microsoft.com/office/drawing/2014/main" val="937434582"/>
                    </a:ext>
                  </a:extLst>
                </a:gridCol>
              </a:tblGrid>
              <a:tr h="262666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Models</a:t>
                      </a:r>
                      <a:endParaRPr lang="en-KR" b="1" i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KR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Metric: F1-score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KR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KR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KR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KR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8843578"/>
                  </a:ext>
                </a:extLst>
              </a:tr>
              <a:tr h="174812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MISC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ORG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Overall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5267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Ours (c=1)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0.8416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0.7660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0.7442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0.8561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0.8083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907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Ours (c=2)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0.8461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0.7763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0.7555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0.8743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0.8199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98851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Ours (c=3)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0.8494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0.7743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0.7609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0.8719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0.8217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02116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Ours (c=4)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0.8496</a:t>
                      </a:r>
                      <a:endParaRPr lang="en-KR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0.7635</a:t>
                      </a:r>
                      <a:endParaRPr lang="en-KR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0.7708</a:t>
                      </a:r>
                      <a:endParaRPr lang="en-KR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0.8711</a:t>
                      </a:r>
                      <a:endParaRPr lang="en-KR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0.8232</a:t>
                      </a:r>
                      <a:endParaRPr lang="en-KR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3413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Ours (c=5)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0.8529</a:t>
                      </a:r>
                      <a:endParaRPr lang="en-KR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0.7690</a:t>
                      </a:r>
                      <a:endParaRPr lang="en-KR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0.7666</a:t>
                      </a:r>
                      <a:endParaRPr lang="en-KR" u="sng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0.8707</a:t>
                      </a:r>
                      <a:endParaRPr lang="en-KR" u="none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0.8232</a:t>
                      </a:r>
                      <a:endParaRPr lang="en-KR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7832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K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Ours (c=6)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0.8474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b="0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0.7635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0.7625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u="none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0.8684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KR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0.8192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80521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1881740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0958E-9C6D-08B3-1AF2-58C7B6C1F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5">
            <a:extLst>
              <a:ext uri="{FF2B5EF4-FFF2-40B4-BE49-F238E27FC236}">
                <a16:creationId xmlns:a16="http://schemas.microsoft.com/office/drawing/2014/main" id="{038001DE-B5B2-BCBB-AEB1-3E22EDEA8DEE}"/>
              </a:ext>
            </a:extLst>
          </p:cNvPr>
          <p:cNvSpPr/>
          <p:nvPr/>
        </p:nvSpPr>
        <p:spPr>
          <a:xfrm>
            <a:off x="899592" y="0"/>
            <a:ext cx="720080" cy="755637"/>
          </a:xfrm>
          <a:prstGeom prst="rect">
            <a:avLst/>
          </a:prstGeom>
          <a:solidFill>
            <a:srgbClr val="2851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직사각형 3">
            <a:extLst>
              <a:ext uri="{FF2B5EF4-FFF2-40B4-BE49-F238E27FC236}">
                <a16:creationId xmlns:a16="http://schemas.microsoft.com/office/drawing/2014/main" id="{90C6C3CD-F677-9A23-4AEB-FFC8FD1DC103}"/>
              </a:ext>
            </a:extLst>
          </p:cNvPr>
          <p:cNvSpPr/>
          <p:nvPr/>
        </p:nvSpPr>
        <p:spPr>
          <a:xfrm flipV="1">
            <a:off x="-12887" y="755637"/>
            <a:ext cx="9157884" cy="4571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rgbClr val="28517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EF1C9B-D99C-0589-5EE2-8BBA68213486}"/>
              </a:ext>
            </a:extLst>
          </p:cNvPr>
          <p:cNvSpPr txBox="1"/>
          <p:nvPr/>
        </p:nvSpPr>
        <p:spPr>
          <a:xfrm>
            <a:off x="863588" y="112646"/>
            <a:ext cx="7920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3600" b="0" spc="300" dirty="0">
                <a:solidFill>
                  <a:schemeClr val="bg1"/>
                </a:solidFill>
                <a:latin typeface="Times New Roman" panose="02020603050405020304" pitchFamily="18" charset="0"/>
                <a:ea typeface="나눔스퀘어_ac ExtraBold"/>
                <a:cs typeface="Times New Roman" panose="02020603050405020304" pitchFamily="18" charset="0"/>
              </a:rPr>
              <a:t>3</a:t>
            </a:r>
            <a:endParaRPr lang="ko-KR" altLang="en-US" sz="3600" b="0" spc="300" dirty="0">
              <a:solidFill>
                <a:schemeClr val="bg1"/>
              </a:solidFill>
              <a:latin typeface="Times New Roman" panose="02020603050405020304" pitchFamily="18" charset="0"/>
              <a:ea typeface="나눔스퀘어_ac ExtraBold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6FA3B6-303E-BA0C-A88C-00BEBD7F2F68}"/>
              </a:ext>
            </a:extLst>
          </p:cNvPr>
          <p:cNvSpPr txBox="1"/>
          <p:nvPr/>
        </p:nvSpPr>
        <p:spPr>
          <a:xfrm>
            <a:off x="677205" y="1010995"/>
            <a:ext cx="59110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000" b="1" dirty="0">
                <a:latin typeface="Times New Roman" panose="02020603050405020304" pitchFamily="18" charset="0"/>
                <a:ea typeface="나눔스퀘어_ac Bold" panose="020B0600000101010101" pitchFamily="50" charset="-127"/>
                <a:cs typeface="Times New Roman" panose="02020603050405020304" pitchFamily="18" charset="0"/>
              </a:rPr>
              <a:t>Ablation Study</a:t>
            </a:r>
            <a:endParaRPr lang="ko-KR" altLang="en-US" sz="2000" b="1" dirty="0">
              <a:latin typeface="Times New Roman" panose="02020603050405020304" pitchFamily="18" charset="0"/>
              <a:ea typeface="나눔스퀘어_ac Bold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10" name="직사각형 7">
            <a:extLst>
              <a:ext uri="{FF2B5EF4-FFF2-40B4-BE49-F238E27FC236}">
                <a16:creationId xmlns:a16="http://schemas.microsoft.com/office/drawing/2014/main" id="{B7FB6092-5BF9-F62D-EC8E-74B75036F5A6}"/>
              </a:ext>
            </a:extLst>
          </p:cNvPr>
          <p:cNvSpPr/>
          <p:nvPr/>
        </p:nvSpPr>
        <p:spPr>
          <a:xfrm>
            <a:off x="539552" y="1040612"/>
            <a:ext cx="86072" cy="386330"/>
          </a:xfrm>
          <a:prstGeom prst="rect">
            <a:avLst/>
          </a:prstGeom>
          <a:solidFill>
            <a:srgbClr val="2851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4DB2908-B9E7-8DD2-5594-F23E67106EEE}"/>
              </a:ext>
            </a:extLst>
          </p:cNvPr>
          <p:cNvSpPr txBox="1"/>
          <p:nvPr/>
        </p:nvSpPr>
        <p:spPr>
          <a:xfrm>
            <a:off x="1691680" y="223235"/>
            <a:ext cx="48965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400" b="1" dirty="0">
                <a:latin typeface="Times New Roman" panose="02020603050405020304" pitchFamily="18" charset="0"/>
                <a:ea typeface="나눔스퀘어_ac ExtraBold"/>
                <a:cs typeface="Times New Roman" panose="02020603050405020304" pitchFamily="18" charset="0"/>
              </a:rPr>
              <a:t>Experiments</a:t>
            </a:r>
            <a:endParaRPr lang="ko-KR" altLang="en-US" sz="2400" b="1" dirty="0">
              <a:latin typeface="Times New Roman" panose="02020603050405020304" pitchFamily="18" charset="0"/>
              <a:ea typeface="나눔스퀘어_ac ExtraBold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E6B4F5D3-4BC9-388A-96DE-F478015F816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45375812"/>
                  </p:ext>
                </p:extLst>
              </p:nvPr>
            </p:nvGraphicFramePr>
            <p:xfrm>
              <a:off x="539552" y="1666198"/>
              <a:ext cx="9524074" cy="48209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56469">
                      <a:extLst>
                        <a:ext uri="{9D8B030D-6E8A-4147-A177-3AD203B41FA5}">
                          <a16:colId xmlns:a16="http://schemas.microsoft.com/office/drawing/2014/main" val="1576359614"/>
                        </a:ext>
                      </a:extLst>
                    </a:gridCol>
                    <a:gridCol w="2065469">
                      <a:extLst>
                        <a:ext uri="{9D8B030D-6E8A-4147-A177-3AD203B41FA5}">
                          <a16:colId xmlns:a16="http://schemas.microsoft.com/office/drawing/2014/main" val="4128246164"/>
                        </a:ext>
                      </a:extLst>
                    </a:gridCol>
                    <a:gridCol w="2302136">
                      <a:extLst>
                        <a:ext uri="{9D8B030D-6E8A-4147-A177-3AD203B41FA5}">
                          <a16:colId xmlns:a16="http://schemas.microsoft.com/office/drawing/2014/main" val="47544965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Models</a:t>
                          </a:r>
                          <a:endParaRPr lang="en-KR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KR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Overall F1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altLang="ko-KR" b="1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Δ</m:t>
                                </m:r>
                              </m:oMath>
                            </m:oMathPara>
                          </a14:m>
                          <a:endParaRPr lang="en-US" altLang="ko-KR" b="1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13526719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KR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Ours (c=2)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0.8199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229369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KR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w/o. Word Shape (feat 1)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0.8106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KR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-0.0093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142886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KR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w/o. Affix Extension (feat 2-5)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0.8098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KR" u="sng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-0.0101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98851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KR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w/o. Punctuation &amp; Alphanumeric Flags (feat 6-9)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0.8181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KR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-0.0018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642465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KR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w/o. POS Bigrams (feat 10-11)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0.8177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KR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-0.0022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03151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KR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w/o. Extended Before Context (feat 12-14)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0.8127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KR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-0.0072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25865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KR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w/o. Extended After Context (feat 15-17)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0.8159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KR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-0.0040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0416429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KR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w/o. Extended Context (feat 12-17)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0.8083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KR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-0.0116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201144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KR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w/o. Title After Number (feat 18)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u="sng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0.8198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-0.0001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2602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KR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w/o. Headline (feat 19)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0.8151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-0.0048</a:t>
                          </a:r>
                          <a:endParaRPr lang="en-KR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421668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KR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w/o. Complex Single-word Features (feat 6-9, 19)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0.8162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-0.0037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075838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KR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w/o. Interactions (feat 10, 11, 18)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0.8153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-0.0046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1239698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E6B4F5D3-4BC9-388A-96DE-F478015F816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45375812"/>
                  </p:ext>
                </p:extLst>
              </p:nvPr>
            </p:nvGraphicFramePr>
            <p:xfrm>
              <a:off x="539552" y="1666198"/>
              <a:ext cx="9524074" cy="48209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5156469">
                      <a:extLst>
                        <a:ext uri="{9D8B030D-6E8A-4147-A177-3AD203B41FA5}">
                          <a16:colId xmlns:a16="http://schemas.microsoft.com/office/drawing/2014/main" val="1576359614"/>
                        </a:ext>
                      </a:extLst>
                    </a:gridCol>
                    <a:gridCol w="2065469">
                      <a:extLst>
                        <a:ext uri="{9D8B030D-6E8A-4147-A177-3AD203B41FA5}">
                          <a16:colId xmlns:a16="http://schemas.microsoft.com/office/drawing/2014/main" val="4128246164"/>
                        </a:ext>
                      </a:extLst>
                    </a:gridCol>
                    <a:gridCol w="2302136">
                      <a:extLst>
                        <a:ext uri="{9D8B030D-6E8A-4147-A177-3AD203B41FA5}">
                          <a16:colId xmlns:a16="http://schemas.microsoft.com/office/drawing/2014/main" val="47544965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Models</a:t>
                          </a:r>
                          <a:endParaRPr lang="en-KR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KR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Overall F1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KR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12637" t="-6897" b="-123448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3526719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KR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Ours (c=2)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b="1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0.8199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229369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KR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w/o. Word Shape (feat 1)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0.8106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KR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-0.0093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142886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KR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w/o. Affix Extension (feat 2-5)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0.8098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KR" u="sng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-0.0101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988519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KR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w/o. Punctuation &amp; Alphanumeric Flags (feat 6-9)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0.8181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KR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-0.0018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3642465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KR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w/o. POS Bigrams (feat 10-11)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0.8177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KR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-0.0022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203151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KR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w/o. Extended Before Context (feat 12-14)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0.8127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KR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-0.0072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25865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KR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w/o. Extended After Context (feat 15-17)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0.8159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KR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-0.0040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0416429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KR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w/o. Extended Context (feat 12-17)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0.8083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KR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-0.0116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201144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KR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w/o. Title After Number (feat 18)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u="sng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0.8198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-0.0001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2602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KR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w/o. Headline (feat 19)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0.8151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-0.0048</a:t>
                          </a:r>
                          <a:endParaRPr lang="en-KR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421668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KR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w/o. Complex Single-word Features (feat 6-9, 19)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0.8162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-0.0037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075838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KR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w/o. Interactions (feat 10, 11, 18)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0.8153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KR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-0.0046</a:t>
                          </a: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1239698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68021790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22183-6719-F185-9F87-8985D5411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5">
            <a:extLst>
              <a:ext uri="{FF2B5EF4-FFF2-40B4-BE49-F238E27FC236}">
                <a16:creationId xmlns:a16="http://schemas.microsoft.com/office/drawing/2014/main" id="{303ECF3D-FE50-F3EA-A0B3-03A30E8A0B9A}"/>
              </a:ext>
            </a:extLst>
          </p:cNvPr>
          <p:cNvSpPr/>
          <p:nvPr/>
        </p:nvSpPr>
        <p:spPr>
          <a:xfrm>
            <a:off x="899592" y="0"/>
            <a:ext cx="720080" cy="755637"/>
          </a:xfrm>
          <a:prstGeom prst="rect">
            <a:avLst/>
          </a:prstGeom>
          <a:solidFill>
            <a:srgbClr val="2851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직사각형 3">
            <a:extLst>
              <a:ext uri="{FF2B5EF4-FFF2-40B4-BE49-F238E27FC236}">
                <a16:creationId xmlns:a16="http://schemas.microsoft.com/office/drawing/2014/main" id="{8E346E61-739C-6134-E6D9-7146DA289453}"/>
              </a:ext>
            </a:extLst>
          </p:cNvPr>
          <p:cNvSpPr/>
          <p:nvPr/>
        </p:nvSpPr>
        <p:spPr>
          <a:xfrm flipV="1">
            <a:off x="-12887" y="755637"/>
            <a:ext cx="9157884" cy="4571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>
              <a:solidFill>
                <a:srgbClr val="28517A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A0D420-B2B9-52D5-098C-5A3C05409D7E}"/>
              </a:ext>
            </a:extLst>
          </p:cNvPr>
          <p:cNvSpPr txBox="1"/>
          <p:nvPr/>
        </p:nvSpPr>
        <p:spPr>
          <a:xfrm>
            <a:off x="863588" y="112646"/>
            <a:ext cx="7920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ko-KR" sz="3600" b="0" spc="300" dirty="0">
                <a:solidFill>
                  <a:schemeClr val="bg1"/>
                </a:solidFill>
                <a:latin typeface="Times New Roman" panose="02020603050405020304" pitchFamily="18" charset="0"/>
                <a:ea typeface="나눔스퀘어_ac ExtraBold"/>
                <a:cs typeface="Times New Roman" panose="02020603050405020304" pitchFamily="18" charset="0"/>
              </a:rPr>
              <a:t>4</a:t>
            </a:r>
            <a:endParaRPr lang="ko-KR" altLang="en-US" sz="3600" b="0" spc="300" dirty="0">
              <a:solidFill>
                <a:schemeClr val="bg1"/>
              </a:solidFill>
              <a:latin typeface="Times New Roman" panose="02020603050405020304" pitchFamily="18" charset="0"/>
              <a:ea typeface="나눔스퀘어_ac ExtraBold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77E1FB-88D0-7BE8-4C04-91A417F5499C}"/>
              </a:ext>
            </a:extLst>
          </p:cNvPr>
          <p:cNvSpPr txBox="1"/>
          <p:nvPr/>
        </p:nvSpPr>
        <p:spPr>
          <a:xfrm>
            <a:off x="677205" y="1010995"/>
            <a:ext cx="59110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000" b="1" dirty="0">
                <a:latin typeface="Times New Roman" panose="02020603050405020304" pitchFamily="18" charset="0"/>
                <a:ea typeface="나눔스퀘어_ac Bold" panose="020B0600000101010101" pitchFamily="50" charset="-127"/>
                <a:cs typeface="Times New Roman" panose="02020603050405020304" pitchFamily="18" charset="0"/>
              </a:rPr>
              <a:t>DD</a:t>
            </a:r>
            <a:endParaRPr lang="ko-KR" altLang="en-US" sz="2000" b="1" dirty="0">
              <a:latin typeface="Times New Roman" panose="02020603050405020304" pitchFamily="18" charset="0"/>
              <a:ea typeface="나눔스퀘어_ac Bold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10" name="직사각형 7">
            <a:extLst>
              <a:ext uri="{FF2B5EF4-FFF2-40B4-BE49-F238E27FC236}">
                <a16:creationId xmlns:a16="http://schemas.microsoft.com/office/drawing/2014/main" id="{EFADAA29-8191-DDD4-F735-F0904062680B}"/>
              </a:ext>
            </a:extLst>
          </p:cNvPr>
          <p:cNvSpPr/>
          <p:nvPr/>
        </p:nvSpPr>
        <p:spPr>
          <a:xfrm>
            <a:off x="539552" y="1040612"/>
            <a:ext cx="86072" cy="386330"/>
          </a:xfrm>
          <a:prstGeom prst="rect">
            <a:avLst/>
          </a:prstGeom>
          <a:solidFill>
            <a:srgbClr val="28517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459696-B241-231F-ACDD-47C604CC7A16}"/>
              </a:ext>
            </a:extLst>
          </p:cNvPr>
          <p:cNvSpPr txBox="1"/>
          <p:nvPr/>
        </p:nvSpPr>
        <p:spPr>
          <a:xfrm>
            <a:off x="1691680" y="223235"/>
            <a:ext cx="48965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sz="2400" b="1" dirty="0">
                <a:latin typeface="Times New Roman" panose="02020603050405020304" pitchFamily="18" charset="0"/>
                <a:ea typeface="나눔스퀘어_ac ExtraBold"/>
                <a:cs typeface="Times New Roman" panose="02020603050405020304" pitchFamily="18" charset="0"/>
              </a:rPr>
              <a:t>Result Analysis</a:t>
            </a:r>
            <a:endParaRPr lang="ko-KR" altLang="en-US" sz="2400" b="1" dirty="0">
              <a:latin typeface="Times New Roman" panose="02020603050405020304" pitchFamily="18" charset="0"/>
              <a:ea typeface="나눔스퀘어_ac ExtraBold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3C8B5E-30E3-03CC-630F-B60976F5F4A0}"/>
              </a:ext>
            </a:extLst>
          </p:cNvPr>
          <p:cNvSpPr txBox="1"/>
          <p:nvPr/>
        </p:nvSpPr>
        <p:spPr>
          <a:xfrm>
            <a:off x="677204" y="1600460"/>
            <a:ext cx="10929580" cy="1112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dirty="0">
                <a:latin typeface="Times New Roman" panose="02020603050405020304" pitchFamily="18" charset="0"/>
                <a:ea typeface="나눔스퀘어_ac Bold" panose="020B0600000101010101" pitchFamily="50" charset="-127"/>
                <a:cs typeface="Times New Roman" panose="02020603050405020304" pitchFamily="18" charset="0"/>
              </a:rPr>
              <a:t>DD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dirty="0">
                <a:latin typeface="Times New Roman" panose="02020603050405020304" pitchFamily="18" charset="0"/>
                <a:ea typeface="나눔스퀘어_ac Bold" panose="020B0600000101010101" pitchFamily="50" charset="-127"/>
                <a:cs typeface="Times New Roman" panose="02020603050405020304" pitchFamily="18" charset="0"/>
              </a:rPr>
              <a:t>DD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CC113D-4FF6-F904-CE15-3B6C2FE33384}"/>
              </a:ext>
            </a:extLst>
          </p:cNvPr>
          <p:cNvSpPr txBox="1"/>
          <p:nvPr/>
        </p:nvSpPr>
        <p:spPr>
          <a:xfrm>
            <a:off x="0" y="6403932"/>
            <a:ext cx="1178966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</a:t>
            </a:r>
          </a:p>
        </p:txBody>
      </p:sp>
    </p:spTree>
    <p:extLst>
      <p:ext uri="{BB962C8B-B14F-4D97-AF65-F5344CB8AC3E}">
        <p14:creationId xmlns:p14="http://schemas.microsoft.com/office/powerpoint/2010/main" val="2570885878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390</Words>
  <Application>Microsoft Macintosh PowerPoint</Application>
  <PresentationFormat>Widescreen</PresentationFormat>
  <Paragraphs>188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정성수</dc:creator>
  <cp:lastModifiedBy>정성수</cp:lastModifiedBy>
  <cp:revision>1</cp:revision>
  <dcterms:created xsi:type="dcterms:W3CDTF">2026-04-07T04:35:15Z</dcterms:created>
  <dcterms:modified xsi:type="dcterms:W3CDTF">2026-04-07T08:05:49Z</dcterms:modified>
</cp:coreProperties>
</file>