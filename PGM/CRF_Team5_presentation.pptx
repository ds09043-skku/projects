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7" r:id="rId2"/>
    <p:sldId id="260" r:id="rId3"/>
    <p:sldId id="1702" r:id="rId4"/>
    <p:sldId id="1715" r:id="rId5"/>
    <p:sldId id="1713" r:id="rId6"/>
    <p:sldId id="1711" r:id="rId7"/>
    <p:sldId id="1701" r:id="rId8"/>
    <p:sldId id="1708" r:id="rId9"/>
    <p:sldId id="1709" r:id="rId10"/>
    <p:sldId id="1712" r:id="rId11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F35EBD-7970-8185-6F09-CB36FCF12C31}" v="38" dt="2026-04-08T06:39:57.135"/>
    <p1510:client id="{3FFC7D98-5E22-EA81-5BA2-D77F6C38C418}" v="22" dt="2026-04-08T06:56:29.708"/>
    <p1510:client id="{8CC727BD-8EDC-6843-8BEE-98264D20C4BC}" v="286" dt="2026-04-08T06:59:02.903"/>
    <p1510:client id="{FABF8994-0EDF-8066-5A5F-649FB3105746}" v="3" dt="2026-04-08T00:22:23.8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58"/>
        <p:guide pos="383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来宾用户" userId="S::urn:spo:tenantanon#88d445e5-e9b0-4cd3-815f-40f8a3009b42::" providerId="AD" clId="Web-{3FFC7D98-5E22-EA81-5BA2-D77F6C38C418}"/>
    <pc:docChg chg="modSld">
      <pc:chgData name="来宾用户" userId="S::urn:spo:tenantanon#88d445e5-e9b0-4cd3-815f-40f8a3009b42::" providerId="AD" clId="Web-{3FFC7D98-5E22-EA81-5BA2-D77F6C38C418}" dt="2026-04-08T06:51:53.354" v="16" actId="20577"/>
      <pc:docMkLst>
        <pc:docMk/>
      </pc:docMkLst>
      <pc:sldChg chg="modSp">
        <pc:chgData name="来宾用户" userId="S::urn:spo:tenantanon#88d445e5-e9b0-4cd3-815f-40f8a3009b42::" providerId="AD" clId="Web-{3FFC7D98-5E22-EA81-5BA2-D77F6C38C418}" dt="2026-04-08T06:51:53.354" v="16" actId="20577"/>
        <pc:sldMkLst>
          <pc:docMk/>
          <pc:sldMk cId="3378783551" sldId="1712"/>
        </pc:sldMkLst>
        <pc:spChg chg="mod">
          <ac:chgData name="来宾用户" userId="S::urn:spo:tenantanon#88d445e5-e9b0-4cd3-815f-40f8a3009b42::" providerId="AD" clId="Web-{3FFC7D98-5E22-EA81-5BA2-D77F6C38C418}" dt="2026-04-08T06:51:53.354" v="16" actId="20577"/>
          <ac:spMkLst>
            <pc:docMk/>
            <pc:sldMk cId="3378783551" sldId="1712"/>
            <ac:spMk id="5" creationId="{00000000-0000-0000-0000-000000000000}"/>
          </ac:spMkLst>
        </pc:spChg>
      </pc:sldChg>
    </pc:docChg>
  </pc:docChgLst>
  <pc:docChgLst>
    <pc:chgData name="정성수" userId="80c57ad8-cb4c-416a-93dc-c82c9b37cc70" providerId="ADAL" clId="{18CA3495-C7E2-56E4-9B09-18746A33C963}"/>
    <pc:docChg chg="undo custSel addSld delSld modSld">
      <pc:chgData name="정성수" userId="80c57ad8-cb4c-416a-93dc-c82c9b37cc70" providerId="ADAL" clId="{18CA3495-C7E2-56E4-9B09-18746A33C963}" dt="2026-04-08T06:59:02.903" v="297" actId="2711"/>
      <pc:docMkLst>
        <pc:docMk/>
      </pc:docMkLst>
      <pc:sldChg chg="modSp mod">
        <pc:chgData name="정성수" userId="80c57ad8-cb4c-416a-93dc-c82c9b37cc70" providerId="ADAL" clId="{18CA3495-C7E2-56E4-9B09-18746A33C963}" dt="2026-04-08T03:00:43.114" v="50"/>
        <pc:sldMkLst>
          <pc:docMk/>
          <pc:sldMk cId="0" sldId="257"/>
        </pc:sldMkLst>
        <pc:spChg chg="mod">
          <ac:chgData name="정성수" userId="80c57ad8-cb4c-416a-93dc-c82c9b37cc70" providerId="ADAL" clId="{18CA3495-C7E2-56E4-9B09-18746A33C963}" dt="2026-04-08T03:00:43.114" v="50"/>
          <ac:spMkLst>
            <pc:docMk/>
            <pc:sldMk cId="0" sldId="257"/>
            <ac:spMk id="5" creationId="{00000000-0000-0000-0000-000000000000}"/>
          </ac:spMkLst>
        </pc:spChg>
      </pc:sldChg>
      <pc:sldChg chg="delSp modSp mod">
        <pc:chgData name="정성수" userId="80c57ad8-cb4c-416a-93dc-c82c9b37cc70" providerId="ADAL" clId="{18CA3495-C7E2-56E4-9B09-18746A33C963}" dt="2026-04-08T06:13:26.163" v="211" actId="20577"/>
        <pc:sldMkLst>
          <pc:docMk/>
          <pc:sldMk cId="3749231573" sldId="1702"/>
        </pc:sldMkLst>
        <pc:spChg chg="mod">
          <ac:chgData name="정성수" userId="80c57ad8-cb4c-416a-93dc-c82c9b37cc70" providerId="ADAL" clId="{18CA3495-C7E2-56E4-9B09-18746A33C963}" dt="2026-04-08T06:13:26.163" v="211" actId="20577"/>
          <ac:spMkLst>
            <pc:docMk/>
            <pc:sldMk cId="3749231573" sldId="1702"/>
            <ac:spMk id="5" creationId="{00000000-0000-0000-0000-000000000000}"/>
          </ac:spMkLst>
        </pc:spChg>
        <pc:spChg chg="mod">
          <ac:chgData name="정성수" userId="80c57ad8-cb4c-416a-93dc-c82c9b37cc70" providerId="ADAL" clId="{18CA3495-C7E2-56E4-9B09-18746A33C963}" dt="2026-04-08T02:13:03.060" v="39" actId="20577"/>
          <ac:spMkLst>
            <pc:docMk/>
            <pc:sldMk cId="3749231573" sldId="1702"/>
            <ac:spMk id="9" creationId="{00000000-0000-0000-0000-000000000000}"/>
          </ac:spMkLst>
        </pc:spChg>
        <pc:spChg chg="del">
          <ac:chgData name="정성수" userId="80c57ad8-cb4c-416a-93dc-c82c9b37cc70" providerId="ADAL" clId="{18CA3495-C7E2-56E4-9B09-18746A33C963}" dt="2026-04-07T09:03:53.118" v="0" actId="478"/>
          <ac:spMkLst>
            <pc:docMk/>
            <pc:sldMk cId="3749231573" sldId="1702"/>
            <ac:spMk id="12" creationId="{7A8B8D2B-4854-6862-5386-030304EEDAD5}"/>
          </ac:spMkLst>
        </pc:spChg>
      </pc:sldChg>
      <pc:sldChg chg="delSp modSp mod">
        <pc:chgData name="정성수" userId="80c57ad8-cb4c-416a-93dc-c82c9b37cc70" providerId="ADAL" clId="{18CA3495-C7E2-56E4-9B09-18746A33C963}" dt="2026-04-08T06:41:24.706" v="275" actId="20577"/>
        <pc:sldMkLst>
          <pc:docMk/>
          <pc:sldMk cId="2570885878" sldId="1709"/>
        </pc:sldMkLst>
        <pc:spChg chg="mod">
          <ac:chgData name="정성수" userId="80c57ad8-cb4c-416a-93dc-c82c9b37cc70" providerId="ADAL" clId="{18CA3495-C7E2-56E4-9B09-18746A33C963}" dt="2026-04-08T06:41:24.706" v="275" actId="20577"/>
          <ac:spMkLst>
            <pc:docMk/>
            <pc:sldMk cId="2570885878" sldId="1709"/>
            <ac:spMk id="5" creationId="{00000000-0000-0000-0000-000000000000}"/>
          </ac:spMkLst>
        </pc:spChg>
        <pc:spChg chg="mod">
          <ac:chgData name="정성수" userId="80c57ad8-cb4c-416a-93dc-c82c9b37cc70" providerId="ADAL" clId="{18CA3495-C7E2-56E4-9B09-18746A33C963}" dt="2026-04-08T01:35:05.224" v="12" actId="20577"/>
          <ac:spMkLst>
            <pc:docMk/>
            <pc:sldMk cId="2570885878" sldId="1709"/>
            <ac:spMk id="9" creationId="{00000000-0000-0000-0000-000000000000}"/>
          </ac:spMkLst>
        </pc:spChg>
        <pc:spChg chg="del">
          <ac:chgData name="정성수" userId="80c57ad8-cb4c-416a-93dc-c82c9b37cc70" providerId="ADAL" clId="{18CA3495-C7E2-56E4-9B09-18746A33C963}" dt="2026-04-07T09:04:00.268" v="2" actId="478"/>
          <ac:spMkLst>
            <pc:docMk/>
            <pc:sldMk cId="2570885878" sldId="1709"/>
            <ac:spMk id="12" creationId="{A6CC113D-4FF6-F904-CE15-3B6C2FE33384}"/>
          </ac:spMkLst>
        </pc:spChg>
      </pc:sldChg>
      <pc:sldChg chg="delSp mod">
        <pc:chgData name="정성수" userId="80c57ad8-cb4c-416a-93dc-c82c9b37cc70" providerId="ADAL" clId="{18CA3495-C7E2-56E4-9B09-18746A33C963}" dt="2026-04-07T09:03:54.933" v="1" actId="478"/>
        <pc:sldMkLst>
          <pc:docMk/>
          <pc:sldMk cId="3837617819" sldId="1710"/>
        </pc:sldMkLst>
        <pc:spChg chg="del">
          <ac:chgData name="정성수" userId="80c57ad8-cb4c-416a-93dc-c82c9b37cc70" providerId="ADAL" clId="{18CA3495-C7E2-56E4-9B09-18746A33C963}" dt="2026-04-07T09:03:54.933" v="1" actId="478"/>
          <ac:spMkLst>
            <pc:docMk/>
            <pc:sldMk cId="3837617819" sldId="1710"/>
            <ac:spMk id="12" creationId="{D877F2D8-BA15-16B6-EB07-D1180BD6D1A0}"/>
          </ac:spMkLst>
        </pc:spChg>
      </pc:sldChg>
      <pc:sldChg chg="addSp modSp mod">
        <pc:chgData name="정성수" userId="80c57ad8-cb4c-416a-93dc-c82c9b37cc70" providerId="ADAL" clId="{18CA3495-C7E2-56E4-9B09-18746A33C963}" dt="2026-04-08T06:31:38.234" v="273" actId="207"/>
        <pc:sldMkLst>
          <pc:docMk/>
          <pc:sldMk cId="4191881740" sldId="1711"/>
        </pc:sldMkLst>
        <pc:spChg chg="add mod">
          <ac:chgData name="정성수" userId="80c57ad8-cb4c-416a-93dc-c82c9b37cc70" providerId="ADAL" clId="{18CA3495-C7E2-56E4-9B09-18746A33C963}" dt="2026-04-08T06:31:38.234" v="273" actId="207"/>
          <ac:spMkLst>
            <pc:docMk/>
            <pc:sldMk cId="4191881740" sldId="1711"/>
            <ac:spMk id="4" creationId="{55AC4C7E-637B-D4F2-06F3-0E013E098D3D}"/>
          </ac:spMkLst>
        </pc:spChg>
      </pc:sldChg>
      <pc:sldChg chg="delSp modSp mod">
        <pc:chgData name="정성수" userId="80c57ad8-cb4c-416a-93dc-c82c9b37cc70" providerId="ADAL" clId="{18CA3495-C7E2-56E4-9B09-18746A33C963}" dt="2026-04-08T06:59:02.903" v="297" actId="2711"/>
        <pc:sldMkLst>
          <pc:docMk/>
          <pc:sldMk cId="3378783551" sldId="1712"/>
        </pc:sldMkLst>
        <pc:spChg chg="mod">
          <ac:chgData name="정성수" userId="80c57ad8-cb4c-416a-93dc-c82c9b37cc70" providerId="ADAL" clId="{18CA3495-C7E2-56E4-9B09-18746A33C963}" dt="2026-04-08T06:59:02.903" v="297" actId="2711"/>
          <ac:spMkLst>
            <pc:docMk/>
            <pc:sldMk cId="3378783551" sldId="1712"/>
            <ac:spMk id="5" creationId="{00000000-0000-0000-0000-000000000000}"/>
          </ac:spMkLst>
        </pc:spChg>
        <pc:spChg chg="mod">
          <ac:chgData name="정성수" userId="80c57ad8-cb4c-416a-93dc-c82c9b37cc70" providerId="ADAL" clId="{18CA3495-C7E2-56E4-9B09-18746A33C963}" dt="2026-04-08T01:35:16.903" v="14" actId="20577"/>
          <ac:spMkLst>
            <pc:docMk/>
            <pc:sldMk cId="3378783551" sldId="1712"/>
            <ac:spMk id="9" creationId="{00000000-0000-0000-0000-000000000000}"/>
          </ac:spMkLst>
        </pc:spChg>
        <pc:spChg chg="del">
          <ac:chgData name="정성수" userId="80c57ad8-cb4c-416a-93dc-c82c9b37cc70" providerId="ADAL" clId="{18CA3495-C7E2-56E4-9B09-18746A33C963}" dt="2026-04-07T09:04:01.374" v="3" actId="478"/>
          <ac:spMkLst>
            <pc:docMk/>
            <pc:sldMk cId="3378783551" sldId="1712"/>
            <ac:spMk id="12" creationId="{00000000-0000-0000-0000-000000000000}"/>
          </ac:spMkLst>
        </pc:spChg>
      </pc:sldChg>
      <pc:sldChg chg="modSp mod">
        <pc:chgData name="정성수" userId="80c57ad8-cb4c-416a-93dc-c82c9b37cc70" providerId="ADAL" clId="{18CA3495-C7E2-56E4-9B09-18746A33C963}" dt="2026-04-08T06:27:54.660" v="253" actId="20577"/>
        <pc:sldMkLst>
          <pc:docMk/>
          <pc:sldMk cId="111529167" sldId="1713"/>
        </pc:sldMkLst>
        <pc:spChg chg="mod">
          <ac:chgData name="정성수" userId="80c57ad8-cb4c-416a-93dc-c82c9b37cc70" providerId="ADAL" clId="{18CA3495-C7E2-56E4-9B09-18746A33C963}" dt="2026-04-08T06:27:54.660" v="253" actId="20577"/>
          <ac:spMkLst>
            <pc:docMk/>
            <pc:sldMk cId="111529167" sldId="1713"/>
            <ac:spMk id="5" creationId="{EDA2A681-9093-0485-B04F-C7BF0F528273}"/>
          </ac:spMkLst>
        </pc:spChg>
        <pc:spChg chg="mod">
          <ac:chgData name="정성수" userId="80c57ad8-cb4c-416a-93dc-c82c9b37cc70" providerId="ADAL" clId="{18CA3495-C7E2-56E4-9B09-18746A33C963}" dt="2026-04-08T02:13:19.216" v="47" actId="20577"/>
          <ac:spMkLst>
            <pc:docMk/>
            <pc:sldMk cId="111529167" sldId="1713"/>
            <ac:spMk id="9" creationId="{5BE46F6C-BC5C-B8C5-5709-E88916A38B7C}"/>
          </ac:spMkLst>
        </pc:spChg>
      </pc:sldChg>
      <pc:sldChg chg="new del">
        <pc:chgData name="정성수" userId="80c57ad8-cb4c-416a-93dc-c82c9b37cc70" providerId="ADAL" clId="{18CA3495-C7E2-56E4-9B09-18746A33C963}" dt="2026-04-08T06:01:02.975" v="52" actId="2696"/>
        <pc:sldMkLst>
          <pc:docMk/>
          <pc:sldMk cId="671806514" sldId="1714"/>
        </pc:sldMkLst>
      </pc:sldChg>
      <pc:sldChg chg="addSp delSp modSp add del mod">
        <pc:chgData name="정성수" userId="80c57ad8-cb4c-416a-93dc-c82c9b37cc70" providerId="ADAL" clId="{18CA3495-C7E2-56E4-9B09-18746A33C963}" dt="2026-04-08T06:17:10.943" v="217" actId="2696"/>
        <pc:sldMkLst>
          <pc:docMk/>
          <pc:sldMk cId="964759788" sldId="1714"/>
        </pc:sldMkLst>
        <pc:spChg chg="add mod">
          <ac:chgData name="정성수" userId="80c57ad8-cb4c-416a-93dc-c82c9b37cc70" providerId="ADAL" clId="{18CA3495-C7E2-56E4-9B09-18746A33C963}" dt="2026-04-08T06:02:13.446" v="68" actId="5793"/>
          <ac:spMkLst>
            <pc:docMk/>
            <pc:sldMk cId="964759788" sldId="1714"/>
            <ac:spMk id="3" creationId="{1340B81E-17B9-2D1A-4352-D599785C9290}"/>
          </ac:spMkLst>
        </pc:spChg>
        <pc:spChg chg="del mod">
          <ac:chgData name="정성수" userId="80c57ad8-cb4c-416a-93dc-c82c9b37cc70" providerId="ADAL" clId="{18CA3495-C7E2-56E4-9B09-18746A33C963}" dt="2026-04-08T06:01:11.618" v="56"/>
          <ac:spMkLst>
            <pc:docMk/>
            <pc:sldMk cId="964759788" sldId="1714"/>
            <ac:spMk id="5" creationId="{51D01E69-BDD3-6CDA-600F-9027B69C53A6}"/>
          </ac:spMkLst>
        </pc:spChg>
        <pc:picChg chg="add mod">
          <ac:chgData name="정성수" userId="80c57ad8-cb4c-416a-93dc-c82c9b37cc70" providerId="ADAL" clId="{18CA3495-C7E2-56E4-9B09-18746A33C963}" dt="2026-04-08T06:02:19.879" v="72" actId="1076"/>
          <ac:picMkLst>
            <pc:docMk/>
            <pc:sldMk cId="964759788" sldId="1714"/>
            <ac:picMk id="4" creationId="{726AA6A2-F192-AE0C-13D4-8328534CB264}"/>
          </ac:picMkLst>
        </pc:picChg>
      </pc:sldChg>
      <pc:sldChg chg="delSp modSp add mod">
        <pc:chgData name="정성수" userId="80c57ad8-cb4c-416a-93dc-c82c9b37cc70" providerId="ADAL" clId="{18CA3495-C7E2-56E4-9B09-18746A33C963}" dt="2026-04-08T06:43:31.499" v="296" actId="1036"/>
        <pc:sldMkLst>
          <pc:docMk/>
          <pc:sldMk cId="2820900706" sldId="1715"/>
        </pc:sldMkLst>
        <pc:spChg chg="del">
          <ac:chgData name="정성수" userId="80c57ad8-cb4c-416a-93dc-c82c9b37cc70" providerId="ADAL" clId="{18CA3495-C7E2-56E4-9B09-18746A33C963}" dt="2026-04-08T06:43:23.148" v="276" actId="478"/>
          <ac:spMkLst>
            <pc:docMk/>
            <pc:sldMk cId="2820900706" sldId="1715"/>
            <ac:spMk id="3" creationId="{686D87E4-C461-F44D-10FC-71A275029ADE}"/>
          </ac:spMkLst>
        </pc:spChg>
        <pc:picChg chg="mod">
          <ac:chgData name="정성수" userId="80c57ad8-cb4c-416a-93dc-c82c9b37cc70" providerId="ADAL" clId="{18CA3495-C7E2-56E4-9B09-18746A33C963}" dt="2026-04-08T06:43:31.499" v="296" actId="1036"/>
          <ac:picMkLst>
            <pc:docMk/>
            <pc:sldMk cId="2820900706" sldId="1715"/>
            <ac:picMk id="4" creationId="{2A74C1B2-FE06-7B3D-13A4-4057A436DB93}"/>
          </ac:picMkLst>
        </pc:picChg>
      </pc:sldChg>
    </pc:docChg>
  </pc:docChgLst>
  <pc:docChgLst>
    <pc:chgData name="来宾用户" userId="S::urn:spo:tenantanon#88d445e5-e9b0-4cd3-815f-40f8a3009b42::" providerId="AD" clId="Web-{3FF35EBD-7970-8185-6F09-CB36FCF12C31}"/>
    <pc:docChg chg="modSld sldOrd">
      <pc:chgData name="来宾用户" userId="S::urn:spo:tenantanon#88d445e5-e9b0-4cd3-815f-40f8a3009b42::" providerId="AD" clId="Web-{3FF35EBD-7970-8185-6F09-CB36FCF12C31}" dt="2026-04-08T06:39:55.572" v="29" actId="20577"/>
      <pc:docMkLst>
        <pc:docMk/>
      </pc:docMkLst>
      <pc:sldChg chg="modSp">
        <pc:chgData name="来宾用户" userId="S::urn:spo:tenantanon#88d445e5-e9b0-4cd3-815f-40f8a3009b42::" providerId="AD" clId="Web-{3FF35EBD-7970-8185-6F09-CB36FCF12C31}" dt="2026-04-08T06:39:55.572" v="29" actId="20577"/>
        <pc:sldMkLst>
          <pc:docMk/>
          <pc:sldMk cId="2570885878" sldId="1709"/>
        </pc:sldMkLst>
        <pc:spChg chg="mod">
          <ac:chgData name="来宾用户" userId="S::urn:spo:tenantanon#88d445e5-e9b0-4cd3-815f-40f8a3009b42::" providerId="AD" clId="Web-{3FF35EBD-7970-8185-6F09-CB36FCF12C31}" dt="2026-04-08T06:39:55.572" v="29" actId="20577"/>
          <ac:spMkLst>
            <pc:docMk/>
            <pc:sldMk cId="2570885878" sldId="1709"/>
            <ac:spMk id="5" creationId="{00000000-0000-0000-0000-000000000000}"/>
          </ac:spMkLst>
        </pc:spChg>
      </pc:sldChg>
      <pc:sldChg chg="ord">
        <pc:chgData name="来宾用户" userId="S::urn:spo:tenantanon#88d445e5-e9b0-4cd3-815f-40f8a3009b42::" providerId="AD" clId="Web-{3FF35EBD-7970-8185-6F09-CB36FCF12C31}" dt="2026-04-08T06:27:40.941" v="0"/>
        <pc:sldMkLst>
          <pc:docMk/>
          <pc:sldMk cId="4191881740" sldId="1711"/>
        </pc:sldMkLst>
      </pc:sldChg>
      <pc:sldChg chg="modSp">
        <pc:chgData name="来宾用户" userId="S::urn:spo:tenantanon#88d445e5-e9b0-4cd3-815f-40f8a3009b42::" providerId="AD" clId="Web-{3FF35EBD-7970-8185-6F09-CB36FCF12C31}" dt="2026-04-08T06:34:15.222" v="19" actId="20577"/>
        <pc:sldMkLst>
          <pc:docMk/>
          <pc:sldMk cId="111529167" sldId="1713"/>
        </pc:sldMkLst>
        <pc:spChg chg="mod">
          <ac:chgData name="来宾用户" userId="S::urn:spo:tenantanon#88d445e5-e9b0-4cd3-815f-40f8a3009b42::" providerId="AD" clId="Web-{3FF35EBD-7970-8185-6F09-CB36FCF12C31}" dt="2026-04-08T06:34:15.222" v="19" actId="20577"/>
          <ac:spMkLst>
            <pc:docMk/>
            <pc:sldMk cId="111529167" sldId="1713"/>
            <ac:spMk id="5" creationId="{EDA2A681-9093-0485-B04F-C7BF0F528273}"/>
          </ac:spMkLst>
        </pc:spChg>
      </pc:sldChg>
    </pc:docChg>
  </pc:docChgLst>
  <pc:docChgLst>
    <pc:chgData name="来宾用户" userId="S::urn:spo:tenantanon#88d445e5-e9b0-4cd3-815f-40f8a3009b42::" providerId="AD" clId="Web-{FABF8994-0EDF-8066-5A5F-649FB3105746}"/>
    <pc:docChg chg="addSld delSld sldOrd">
      <pc:chgData name="来宾用户" userId="S::urn:spo:tenantanon#88d445e5-e9b0-4cd3-815f-40f8a3009b42::" providerId="AD" clId="Web-{FABF8994-0EDF-8066-5A5F-649FB3105746}" dt="2026-04-08T00:22:23.871" v="2"/>
      <pc:docMkLst>
        <pc:docMk/>
      </pc:docMkLst>
      <pc:sldChg chg="ord">
        <pc:chgData name="来宾用户" userId="S::urn:spo:tenantanon#88d445e5-e9b0-4cd3-815f-40f8a3009b42::" providerId="AD" clId="Web-{FABF8994-0EDF-8066-5A5F-649FB3105746}" dt="2026-04-08T00:21:41.729" v="0"/>
        <pc:sldMkLst>
          <pc:docMk/>
          <pc:sldMk cId="3749231573" sldId="1702"/>
        </pc:sldMkLst>
      </pc:sldChg>
      <pc:sldChg chg="del">
        <pc:chgData name="来宾用户" userId="S::urn:spo:tenantanon#88d445e5-e9b0-4cd3-815f-40f8a3009b42::" providerId="AD" clId="Web-{FABF8994-0EDF-8066-5A5F-649FB3105746}" dt="2026-04-08T00:22:23.871" v="2"/>
        <pc:sldMkLst>
          <pc:docMk/>
          <pc:sldMk cId="3837617819" sldId="1710"/>
        </pc:sldMkLst>
      </pc:sldChg>
      <pc:sldChg chg="add replId">
        <pc:chgData name="来宾用户" userId="S::urn:spo:tenantanon#88d445e5-e9b0-4cd3-815f-40f8a3009b42::" providerId="AD" clId="Web-{FABF8994-0EDF-8066-5A5F-649FB3105746}" dt="2026-04-08T00:22:16.980" v="1"/>
        <pc:sldMkLst>
          <pc:docMk/>
          <pc:sldMk cId="111529167" sldId="17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DBFB93E2-52F8-7C4B-B199-BEB68EF244EF}" type="datetime1">
              <a:rPr lang="en-KR" smtClean="0"/>
              <a:t>04/07/2026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20EBEE2F-37A2-EE48-8660-089E30A61FC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487472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Name and Student ID please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8E60D-5BDD-426B-822F-24E1008CA9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E8107-51F6-A14B-94F1-AFAFAC461C63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20685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EBEE2F-37A2-EE48-8660-089E30A61FC8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96191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EBEE2F-37A2-EE48-8660-089E30A61FC8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00700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B207-DC9C-B1C8-C43E-F60E28CB6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BAAE5-96FD-DF17-4592-CE218FD8D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BB624-0926-2246-7A89-7065D3E0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00873-B3B4-4A54-75E2-B34E03C0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02D36-3197-C414-842A-1392EADE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906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56F9-D768-4C9F-BA57-78E768FED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84BED-87F2-C4A2-A82B-64A403A26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74B2E-64B8-ED70-8D3D-48F3D236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4C2DC-2E27-D78B-0F8E-B7A96FB7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F21F1-37DE-C8E5-7B95-9C81862A0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8210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81040-B658-D9F6-6189-923A2DAA3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1D1B7-C95E-C5BC-4597-13DFA2C63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A601D-69C0-6C0D-0DD1-2C45F193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E58A3-F9BA-4996-C530-CDD053E8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E236-2587-0BDE-E027-3AF425BF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0887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87F3D-1A4E-692A-8E4B-B4FA4F6E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F87C9-B84D-01DA-737A-3637E3EE1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A196A-99BF-0E85-0289-9921EF55C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CCC1B-E774-DE56-4132-A2C77869E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8ED95-23D1-F773-5BCC-B853504D7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AAFC6-0879-F656-F239-BF4F2459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0307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8D412-2F95-81C3-50EE-BD8CC54C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EB823-4CCD-6FE0-991C-4DEB5F400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B99EC-36A5-E578-5CBA-CF169BC6C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CED35-A990-105C-5BAE-D91787851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F9DB2-9507-012A-89AB-EC0082F66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6C4EF-DC87-7469-F77D-B645346E7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EDB67-39FB-6C06-D4AF-3567C183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B3C646-F130-6932-F328-6D17517B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3403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EB9A-1E01-A0DD-6E55-407B3C6BB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6657C-C230-D8A9-A3D9-C81FFE43F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5B555-89D4-27D2-14C0-BC663B33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BD323-B9FB-61A9-F86B-028564C4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018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985A8-76CF-DB30-6200-DF88D7353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EB610-8370-6211-1A44-819B39AD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9510E-734F-123D-EADC-9B773B90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438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FE9B-FD16-FE74-20B1-23DD68AD5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B36DD-683B-0D6E-849F-D9CFB68EF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5A456-A379-5C49-12BB-D0A089AD5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2A06F-5966-EE48-3E85-400E3E90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5735D-DF1A-204F-1D69-1DD272FC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AA622-226B-EF5F-013A-698EEA9C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407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DA04F-060C-1A50-CC3A-E2077D07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2BD65-2952-981A-1096-C1B35AB615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329EB-627A-EF16-AFAA-DA55C8CC8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69523-E6FB-3B00-D6B1-090A92D6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C64F8-EC6C-2DFF-D323-47B720948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4147D-631C-1166-A7D7-E14195EC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234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AAFB-F740-1718-A41D-0425AB97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BF12E-EA30-3DE4-80E3-CDE827AFA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83080-8C35-80AB-BB24-3DE16C72B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D7BFF-5049-8FFF-0533-B62CCB65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35919-BA26-4A5A-495B-0FABC268D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9943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7963B-2C18-1AB2-1A04-84864E1B7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5ADC7-D916-4B95-895D-16DA2839D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9DFA7-C6E4-D364-B756-79B16E01B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380B6-DD17-ED44-85EC-10F5F4E7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BB6B8-81DF-A435-87D7-C5634CE6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08122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 userDrawn="1"/>
        </p:nvGrpSpPr>
        <p:grpSpPr>
          <a:xfrm>
            <a:off x="88225" y="74297"/>
            <a:ext cx="12000000" cy="72000"/>
            <a:chOff x="2255081" y="2657478"/>
            <a:chExt cx="3886638" cy="83820"/>
          </a:xfrm>
        </p:grpSpPr>
        <p:sp>
          <p:nvSpPr>
            <p:cNvPr id="16" name="직사각형 15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17" name="직사각형 16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8" name="직사각형 17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10" name="그룹 9"/>
          <p:cNvGrpSpPr/>
          <p:nvPr userDrawn="1"/>
        </p:nvGrpSpPr>
        <p:grpSpPr>
          <a:xfrm>
            <a:off x="81196" y="6724905"/>
            <a:ext cx="12000000" cy="72000"/>
            <a:chOff x="2255081" y="2657478"/>
            <a:chExt cx="3886638" cy="83820"/>
          </a:xfrm>
        </p:grpSpPr>
        <p:sp>
          <p:nvSpPr>
            <p:cNvPr id="11" name="직사각형 10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3" name="직사각형 12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19" name="그룹 18"/>
          <p:cNvGrpSpPr/>
          <p:nvPr userDrawn="1"/>
        </p:nvGrpSpPr>
        <p:grpSpPr>
          <a:xfrm rot="5400000">
            <a:off x="-3200791" y="3361506"/>
            <a:ext cx="6660000" cy="96000"/>
            <a:chOff x="2255081" y="2657478"/>
            <a:chExt cx="3886638" cy="83820"/>
          </a:xfrm>
        </p:grpSpPr>
        <p:sp>
          <p:nvSpPr>
            <p:cNvPr id="20" name="직사각형 19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21" name="직사각형 20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2" name="직사각형 21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 rot="5400000">
            <a:off x="8708989" y="3412308"/>
            <a:ext cx="6660000" cy="96000"/>
            <a:chOff x="2255081" y="2657478"/>
            <a:chExt cx="3886638" cy="83820"/>
          </a:xfrm>
        </p:grpSpPr>
        <p:sp>
          <p:nvSpPr>
            <p:cNvPr id="27" name="직사각형 26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28" name="직사각형 27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30" name="그룹 29"/>
          <p:cNvGrpSpPr/>
          <p:nvPr userDrawn="1"/>
        </p:nvGrpSpPr>
        <p:grpSpPr>
          <a:xfrm>
            <a:off x="3492421" y="2708920"/>
            <a:ext cx="5182184" cy="83820"/>
            <a:chOff x="2255081" y="2657478"/>
            <a:chExt cx="3886638" cy="83820"/>
          </a:xfrm>
        </p:grpSpPr>
        <p:sp>
          <p:nvSpPr>
            <p:cNvPr id="31" name="직사각형 30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32" name="직사각형 31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3" name="직사각형 32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34" name="그룹 33"/>
          <p:cNvGrpSpPr/>
          <p:nvPr userDrawn="1"/>
        </p:nvGrpSpPr>
        <p:grpSpPr>
          <a:xfrm>
            <a:off x="3492423" y="3417188"/>
            <a:ext cx="5182184" cy="83820"/>
            <a:chOff x="2255081" y="2657478"/>
            <a:chExt cx="3886638" cy="83820"/>
          </a:xfrm>
        </p:grpSpPr>
        <p:sp>
          <p:nvSpPr>
            <p:cNvPr id="35" name="직사각형 34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36" name="직사각형 35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7" name="직사각형 36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40319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1F0A51-F0D6-6503-6158-34D0EB9C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2B351-B768-4FDC-2B7F-BF787D324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00386-34D0-EC0D-B9D2-E853E1C23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F073F-3B24-0D44-9718-91EBAB1697CD}" type="datetimeFigureOut">
              <a:rPr lang="en-KR" smtClean="0"/>
              <a:t>04/07/2026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BAA39-7BF7-4FD2-68FB-281878DE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99EE-6D70-FA27-1CE9-C89D4E615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2880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85324" y="4524108"/>
            <a:ext cx="34213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나눔스퀘어_ac ExtraBold"/>
                <a:cs typeface="Times New Roman"/>
              </a:rPr>
              <a:t>Team 5</a:t>
            </a:r>
          </a:p>
          <a:p>
            <a:pPr lvl="0" algn="ctr">
              <a:defRPr/>
            </a:pP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나눔스퀘어_ac ExtraBold"/>
                <a:cs typeface="Times New Roman"/>
              </a:rPr>
              <a:t>2021313549 </a:t>
            </a:r>
            <a:r>
              <a:rPr lang="en-US" altLang="ko-KR" sz="140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나눔스퀘어_ac ExtraBold"/>
                <a:cs typeface="Times New Roman"/>
              </a:rPr>
              <a:t>Sungsoo</a:t>
            </a: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나눔스퀘어_ac ExtraBold"/>
                <a:cs typeface="Times New Roman"/>
              </a:rPr>
              <a:t> Chung</a:t>
            </a:r>
          </a:p>
          <a:p>
            <a:pPr lvl="0" algn="ctr">
              <a:defRPr/>
            </a:pP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나눔스퀘어_ac ExtraBold"/>
                <a:cs typeface="Times New Roman"/>
              </a:rPr>
              <a:t>2021313129 TJ Park</a:t>
            </a:r>
          </a:p>
          <a:p>
            <a:pPr lvl="0" algn="ctr">
              <a:defRPr/>
            </a:pP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나눔스퀘어_ac ExtraBold"/>
                <a:cs typeface="Times New Roman"/>
              </a:rPr>
              <a:t>2022310668 DG Kim</a:t>
            </a:r>
          </a:p>
          <a:p>
            <a:pPr lvl="0" algn="ctr">
              <a:defRPr/>
            </a:pPr>
            <a:r>
              <a:rPr lang="en-US" altLang="ko-KR" sz="1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ea typeface="나눔스퀘어_ac ExtraBold"/>
                <a:cs typeface="Times New Roman"/>
              </a:rPr>
              <a:t>2025313590 IM Hwang</a:t>
            </a:r>
          </a:p>
        </p:txBody>
      </p:sp>
      <p:sp>
        <p:nvSpPr>
          <p:cNvPr id="8" name="직사각형 2">
            <a:extLst>
              <a:ext uri="{FF2B5EF4-FFF2-40B4-BE49-F238E27FC236}">
                <a16:creationId xmlns:a16="http://schemas.microsoft.com/office/drawing/2014/main" id="{766E05A2-877B-8E2C-43FC-8699F0C60DB6}"/>
              </a:ext>
            </a:extLst>
          </p:cNvPr>
          <p:cNvSpPr/>
          <p:nvPr/>
        </p:nvSpPr>
        <p:spPr>
          <a:xfrm>
            <a:off x="2759772" y="2098043"/>
            <a:ext cx="6696744" cy="2131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9" name="직사각형 3">
            <a:extLst>
              <a:ext uri="{FF2B5EF4-FFF2-40B4-BE49-F238E27FC236}">
                <a16:creationId xmlns:a16="http://schemas.microsoft.com/office/drawing/2014/main" id="{472072E5-D223-56BF-C4F8-C398C713020F}"/>
              </a:ext>
            </a:extLst>
          </p:cNvPr>
          <p:cNvSpPr/>
          <p:nvPr/>
        </p:nvSpPr>
        <p:spPr>
          <a:xfrm>
            <a:off x="2759772" y="2026564"/>
            <a:ext cx="6696744" cy="45719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endParaRPr lang="ko-KR" altLang="en-US">
              <a:solidFill>
                <a:prstClr val="white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4B458-A644-3456-95FD-002F8E4A6C0E}"/>
              </a:ext>
            </a:extLst>
          </p:cNvPr>
          <p:cNvSpPr txBox="1"/>
          <p:nvPr/>
        </p:nvSpPr>
        <p:spPr>
          <a:xfrm>
            <a:off x="2759772" y="2563544"/>
            <a:ext cx="66967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PGM Week5 </a:t>
            </a:r>
          </a:p>
          <a:p>
            <a:pPr algn="ctr">
              <a:defRPr/>
            </a:pPr>
            <a:r>
              <a:rPr lang="en-US" altLang="ko-KR" sz="3600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NER with Custom CRF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279576" y="2232323"/>
            <a:ext cx="7920880" cy="400498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4" name="직사각형 3"/>
          <p:cNvSpPr/>
          <p:nvPr/>
        </p:nvSpPr>
        <p:spPr>
          <a:xfrm flipV="1">
            <a:off x="2279576" y="2087216"/>
            <a:ext cx="7920880" cy="117649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endParaRPr lang="ko-KR" altLang="en-US">
              <a:solidFill>
                <a:prstClr val="white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7628" y="2146040"/>
            <a:ext cx="6984776" cy="3875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ctr" latinLnBrk="1">
              <a:lnSpc>
                <a:spcPct val="200000"/>
              </a:lnSpc>
              <a:buAutoNum type="arabicPeriod"/>
              <a:defRPr/>
            </a:pPr>
            <a:r>
              <a:rPr lang="en-US" altLang="ko-KR" sz="3200" b="1">
                <a:solidFill>
                  <a:prstClr val="white"/>
                </a:solidFill>
                <a:latin typeface="Times New Roman" panose="02020603050405020304" pitchFamily="18" charset="0"/>
                <a:ea typeface="나눔스퀘어_ac Bold"/>
                <a:cs typeface="Times New Roman" panose="02020603050405020304" pitchFamily="18" charset="0"/>
              </a:rPr>
              <a:t>Baseline Analysis</a:t>
            </a:r>
          </a:p>
          <a:p>
            <a:pPr marL="514350" indent="-514350" algn="ctr" latinLnBrk="1">
              <a:lnSpc>
                <a:spcPct val="200000"/>
              </a:lnSpc>
              <a:buAutoNum type="arabicPeriod"/>
              <a:defRPr/>
            </a:pPr>
            <a:r>
              <a:rPr lang="en-US" altLang="ko-KR" sz="3200" b="1">
                <a:solidFill>
                  <a:prstClr val="white"/>
                </a:solidFill>
                <a:latin typeface="Times New Roman" panose="02020603050405020304" pitchFamily="18" charset="0"/>
                <a:ea typeface="나눔스퀘어_ac Bold"/>
                <a:cs typeface="Times New Roman" panose="02020603050405020304" pitchFamily="18" charset="0"/>
              </a:rPr>
              <a:t>Methodology</a:t>
            </a:r>
          </a:p>
          <a:p>
            <a:pPr marL="514350" indent="-514350" algn="ctr" latinLnBrk="1">
              <a:lnSpc>
                <a:spcPct val="200000"/>
              </a:lnSpc>
              <a:buAutoNum type="arabicPeriod"/>
              <a:defRPr/>
            </a:pPr>
            <a:r>
              <a:rPr lang="en-US" altLang="ko-KR" sz="3200" b="1">
                <a:solidFill>
                  <a:prstClr val="white"/>
                </a:solidFill>
                <a:latin typeface="Times New Roman" panose="02020603050405020304" pitchFamily="18" charset="0"/>
                <a:ea typeface="나눔스퀘어_ac Bold"/>
                <a:cs typeface="Times New Roman" panose="02020603050405020304" pitchFamily="18" charset="0"/>
              </a:rPr>
              <a:t>Experiments</a:t>
            </a:r>
          </a:p>
          <a:p>
            <a:pPr marL="514350" indent="-514350" algn="ctr" latinLnBrk="1">
              <a:lnSpc>
                <a:spcPct val="200000"/>
              </a:lnSpc>
              <a:buAutoNum type="arabicPeriod"/>
              <a:defRPr/>
            </a:pPr>
            <a:r>
              <a:rPr lang="en-US" altLang="ko-KR" sz="3200" b="1">
                <a:solidFill>
                  <a:prstClr val="white"/>
                </a:solidFill>
                <a:latin typeface="Times New Roman" panose="02020603050405020304" pitchFamily="18" charset="0"/>
                <a:ea typeface="나눔스퀘어_ac Bold"/>
                <a:cs typeface="Times New Roman" panose="02020603050405020304" pitchFamily="18" charset="0"/>
              </a:rPr>
              <a:t>Result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9816" y="823945"/>
            <a:ext cx="3456384" cy="1127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ct val="200000"/>
              </a:lnSpc>
              <a:defRPr/>
            </a:pPr>
            <a:r>
              <a:rPr lang="en-US" altLang="ko-KR" sz="4000" b="1" spc="300">
                <a:solidFill>
                  <a:srgbClr val="28517A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CONTENTS</a:t>
            </a:r>
            <a:endParaRPr lang="ko-KR" altLang="en-US" sz="4000" b="1" spc="300">
              <a:solidFill>
                <a:srgbClr val="28517A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44908C7A-FF58-6D3A-AC75-A4B0E43C8D40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749F5DA2-6575-1CD4-5CC5-16D9998BA5E0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B176F-FD84-8214-7CE4-79E9CE252DB4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spc="30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1</a:t>
            </a:r>
            <a:endParaRPr lang="ko-KR" altLang="en-US" sz="3600" b="0" spc="30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latin typeface="Times New Roman"/>
                <a:ea typeface="나눔스퀘어_ac Bold"/>
                <a:cs typeface="Times New Roman"/>
              </a:rPr>
              <a:t>Three Representative Error Cases in Baseline</a:t>
            </a: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1ABF44C4-0B67-3FDC-B815-6378D98870F7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EEF814-18A3-674F-0A5D-3F98AA352F1A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Baseline Analysis</a:t>
            </a:r>
            <a:endParaRPr lang="ko-KR" altLang="en-US" sz="2400" b="1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7204" y="1600460"/>
            <a:ext cx="10929580" cy="554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  <a:defRPr/>
            </a:pPr>
            <a:r>
              <a:rPr lang="en-US" altLang="ko-KR" b="1">
                <a:latin typeface="Times New Roman"/>
                <a:ea typeface="나눔스퀘어_ac Bold"/>
                <a:cs typeface="Times New Roman"/>
              </a:rPr>
              <a:t>1)  </a:t>
            </a:r>
            <a:r>
              <a:rPr lang="en-US" altLang="ko-KR">
                <a:latin typeface="Times New Roman"/>
                <a:ea typeface="나눔스퀘어_ac Bold"/>
                <a:cs typeface="Times New Roman"/>
              </a:rPr>
              <a:t>“1995 World Cup”: (B-MISC, I-MISC, I-MISC) → (O, B-MISC, I-MISC) </a:t>
            </a:r>
          </a:p>
          <a:p>
            <a:pPr marL="0" lvl="0" indent="0">
              <a:lnSpc>
                <a:spcPct val="200000"/>
              </a:lnSpc>
              <a:buFont typeface="Arial"/>
              <a:buNone/>
              <a:defRPr/>
            </a:pPr>
            <a:r>
              <a:rPr lang="en-US" altLang="ko-KR">
                <a:latin typeface="Times New Roman"/>
                <a:ea typeface="나눔스퀘어_ac Bold"/>
                <a:cs typeface="Times New Roman"/>
              </a:rPr>
              <a:t> digit “1995” misclassified as O, shifting entity boundary</a:t>
            </a:r>
          </a:p>
          <a:p>
            <a:pPr marL="0" lvl="0" indent="0">
              <a:lnSpc>
                <a:spcPct val="200000"/>
              </a:lnSpc>
              <a:buFont typeface="Arial"/>
              <a:buNone/>
              <a:defRPr/>
            </a:pPr>
            <a:endParaRPr lang="en-US" altLang="ko-KR">
              <a:latin typeface="Times New Roman"/>
              <a:ea typeface="나눔스퀘어_ac Bold"/>
              <a:cs typeface="Times New Roman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ko-KR" b="1">
                <a:latin typeface="Times New Roman"/>
                <a:ea typeface="나눔스퀘어_ac Bold"/>
                <a:cs typeface="Times New Roman"/>
              </a:rPr>
              <a:t>2)  </a:t>
            </a:r>
            <a:r>
              <a:rPr lang="en-US" altLang="ko-KR">
                <a:latin typeface="Times New Roman"/>
                <a:ea typeface="나눔스퀘어_ac Bold"/>
                <a:cs typeface="Times New Roman"/>
              </a:rPr>
              <a:t>“CHINA” (B-PER) -&gt; (B-LOC), “LUCKY” in headline: (O) → (B-ORG) </a:t>
            </a:r>
          </a:p>
          <a:p>
            <a:pPr marL="0" lvl="0" indent="0">
              <a:lnSpc>
                <a:spcPct val="200000"/>
              </a:lnSpc>
              <a:buFont typeface="Arial"/>
              <a:buNone/>
              <a:defRPr/>
            </a:pPr>
            <a:r>
              <a:rPr lang="en-US" altLang="ko-KR">
                <a:latin typeface="Times New Roman"/>
                <a:ea typeface="나눔스퀘어_ac Bold"/>
                <a:cs typeface="Times New Roman"/>
              </a:rPr>
              <a:t> all-caps word falsely detected due to </a:t>
            </a:r>
            <a:r>
              <a:rPr lang="en-US" altLang="ko-KR" err="1">
                <a:latin typeface="Times New Roman"/>
                <a:ea typeface="나눔스퀘어_ac Bold"/>
                <a:cs typeface="Times New Roman"/>
              </a:rPr>
              <a:t>isupper</a:t>
            </a:r>
            <a:r>
              <a:rPr lang="en-US" altLang="ko-KR">
                <a:latin typeface="Times New Roman"/>
                <a:ea typeface="나눔스퀘어_ac Bold"/>
                <a:cs typeface="Times New Roman"/>
              </a:rPr>
              <a:t>() signal</a:t>
            </a:r>
          </a:p>
          <a:p>
            <a:pPr marL="0" lvl="0" indent="0">
              <a:lnSpc>
                <a:spcPct val="200000"/>
              </a:lnSpc>
              <a:buFont typeface="Arial"/>
              <a:buNone/>
              <a:defRPr/>
            </a:pPr>
            <a:endParaRPr lang="en-US" altLang="ko-KR">
              <a:latin typeface="Times New Roman"/>
              <a:ea typeface="나눔스퀘어_ac Bold"/>
              <a:cs typeface="Times New Roman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ko-KR" b="1">
                <a:latin typeface="Times New Roman"/>
                <a:ea typeface="나눔스퀘어_ac Bold"/>
                <a:cs typeface="Times New Roman"/>
              </a:rPr>
              <a:t>3)  </a:t>
            </a:r>
            <a:r>
              <a:rPr lang="en-US" altLang="ko-KR">
                <a:latin typeface="Times New Roman"/>
                <a:ea typeface="나눔스퀘어_ac Bold"/>
                <a:cs typeface="Times New Roman"/>
              </a:rPr>
              <a:t>“Champions ’ League”: (B-MISC, I-MISC, I-MISC) → (O, O, O) </a:t>
            </a:r>
          </a:p>
          <a:p>
            <a:pPr marL="0" lvl="0" indent="0">
              <a:lnSpc>
                <a:spcPct val="200000"/>
              </a:lnSpc>
              <a:buFont typeface="Arial"/>
              <a:buNone/>
              <a:defRPr/>
            </a:pPr>
            <a:r>
              <a:rPr lang="en-US" altLang="ko-KR">
                <a:latin typeface="Times New Roman"/>
                <a:ea typeface="나눔스퀘어_ac Bold"/>
                <a:cs typeface="Times New Roman"/>
              </a:rPr>
              <a:t> common-noun-like multi-word entity entirely missed</a:t>
            </a:r>
          </a:p>
          <a:p>
            <a:pPr marL="0" lvl="0" indent="0">
              <a:lnSpc>
                <a:spcPct val="200000"/>
              </a:lnSpc>
              <a:buFont typeface="Arial"/>
              <a:buNone/>
              <a:defRPr/>
            </a:pPr>
            <a:endParaRPr lang="en-US" altLang="ko-KR">
              <a:latin typeface="Times New Roman"/>
              <a:ea typeface="나눔스퀘어_ac Bold"/>
              <a:cs typeface="Times New Roman"/>
            </a:endParaRPr>
          </a:p>
          <a:p>
            <a:pPr marL="342900" lvl="0" indent="-342900">
              <a:lnSpc>
                <a:spcPct val="200000"/>
              </a:lnSpc>
              <a:buFont typeface="Arial"/>
              <a:buChar char="•"/>
              <a:defRPr/>
            </a:pPr>
            <a:endParaRPr lang="en-US" altLang="ko-KR">
              <a:latin typeface="Times New Roman"/>
              <a:ea typeface="나눔스퀘어_ac Bold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9231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95D05-45FC-8726-EC2A-D7D4CFF6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67A54340-06D9-50A3-D918-CF5058B28B9B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72780881-5705-0981-5ED8-A7F55AF475D3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31E4A-9D63-74EC-FEE2-BFE8D3D21966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2</a:t>
            </a:r>
            <a:endParaRPr lang="ko-KR" altLang="en-US" sz="3600" b="0" spc="30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208061-8AA3-F88C-F58B-DBCB5CADE543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latin typeface="Times New Roman"/>
                <a:ea typeface="나눔스퀘어_ac Bold"/>
                <a:cs typeface="Times New Roman"/>
              </a:rPr>
              <a:t>Proposed Features</a:t>
            </a:r>
            <a:endParaRPr lang="ko-KR" altLang="en-US" sz="2000" b="1">
              <a:latin typeface="Times New Roman"/>
              <a:ea typeface="나눔스퀘어_ac Bold"/>
              <a:cs typeface="Times New Roman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2E89AAF2-6A55-7623-059B-2ED4F1B380D8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C5DF5-B69A-6578-15AC-A5E86CADA852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Methodology</a:t>
            </a:r>
            <a:endParaRPr lang="ko-KR" altLang="en-US" sz="2400" b="1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74C1B2-FE06-7B3D-13A4-4057A436D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82" y="2134744"/>
            <a:ext cx="11968712" cy="276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00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FAE7-761E-DFC2-ADBD-03969471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DBE10B7B-CC80-8B10-BEFC-4F38A4427483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C14674F0-DB48-D215-7B29-D89B51A1E047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48CC3-6DE2-9032-6471-1C32DF982B72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2</a:t>
            </a:r>
            <a:endParaRPr lang="ko-KR" altLang="en-US" sz="3600" b="0" spc="30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E46F6C-BC5C-B8C5-5709-E88916A38B7C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latin typeface="Times New Roman"/>
                <a:ea typeface="나눔스퀘어_ac Bold"/>
                <a:cs typeface="Times New Roman"/>
              </a:rPr>
              <a:t>Proposed Features</a:t>
            </a:r>
            <a:endParaRPr lang="ko-KR" altLang="en-US" sz="2000" b="1">
              <a:latin typeface="Times New Roman"/>
              <a:ea typeface="나눔스퀘어_ac Bold"/>
              <a:cs typeface="Times New Roman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F919E02B-DFB8-104D-812B-1EAB3E36C4CE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1766FD-9709-4DD7-475B-2C0B7E7F1E8D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Methodology</a:t>
            </a:r>
            <a:endParaRPr lang="ko-KR" altLang="en-US" sz="2400" b="1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2A681-9093-0485-B04F-C7BF0F528273}"/>
              </a:ext>
            </a:extLst>
          </p:cNvPr>
          <p:cNvSpPr txBox="1"/>
          <p:nvPr/>
        </p:nvSpPr>
        <p:spPr>
          <a:xfrm>
            <a:off x="677204" y="1600460"/>
            <a:ext cx="10929580" cy="33319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200000"/>
              </a:lnSpc>
              <a:buFontTx/>
              <a:buAutoNum type="arabicParenR"/>
              <a:defRPr/>
            </a:pPr>
            <a:r>
              <a:rPr lang="en-US" b="1">
                <a:latin typeface="Times New Roman"/>
                <a:ea typeface="나눔스퀘어_ac Bold"/>
                <a:cs typeface="Times New Roman"/>
              </a:rPr>
              <a:t>Context Window Expansion</a:t>
            </a:r>
            <a:r>
              <a:rPr lang="en-US">
                <a:latin typeface="Times New Roman"/>
                <a:ea typeface="나눔스퀘어_ac Bold"/>
                <a:cs typeface="Times New Roman"/>
              </a:rPr>
              <a:t>: wider context helps model see surrounding tokens, e.g., “1995 World Cup”, or “Champions ’ League”</a:t>
            </a:r>
          </a:p>
          <a:p>
            <a:pPr marL="342900" indent="-342900">
              <a:lnSpc>
                <a:spcPct val="200000"/>
              </a:lnSpc>
              <a:buAutoNum type="arabicParenR" startAt="2"/>
              <a:defRPr/>
            </a:pPr>
            <a:endParaRPr lang="en-US" altLang="ko-KR">
              <a:latin typeface="Times New Roman" panose="02020603050405020304" pitchFamily="18" charset="0"/>
              <a:ea typeface="나눔스퀘어_ac Bold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AutoNum type="arabicParenR" startAt="2"/>
              <a:defRPr/>
            </a:pPr>
            <a:r>
              <a:rPr lang="en-US" b="1">
                <a:latin typeface="Times New Roman"/>
                <a:ea typeface="나눔스퀘어_ac Bold"/>
                <a:cs typeface="Times New Roman"/>
              </a:rPr>
              <a:t>Sentence-level Uppercase Ratio</a:t>
            </a:r>
            <a:r>
              <a:rPr lang="en-US">
                <a:latin typeface="Times New Roman"/>
                <a:ea typeface="나눔스퀘어_ac Bold"/>
                <a:cs typeface="Times New Roman"/>
              </a:rPr>
              <a:t>: detects headline sentences where </a:t>
            </a:r>
            <a:r>
              <a:rPr lang="en-US" err="1">
                <a:latin typeface="Times New Roman"/>
                <a:ea typeface="나눔스퀘어_ac Bold"/>
                <a:cs typeface="Times New Roman"/>
              </a:rPr>
              <a:t>isupper</a:t>
            </a:r>
            <a:r>
              <a:rPr lang="en-US">
                <a:latin typeface="Times New Roman"/>
                <a:ea typeface="나눔스퀘어_ac Bold"/>
                <a:cs typeface="Times New Roman"/>
              </a:rPr>
              <a:t>() is no longer a reliable entity signal, reducing false positives like “LUCKY” → B-ORG</a:t>
            </a:r>
          </a:p>
          <a:p>
            <a:pPr marL="342900" indent="-342900">
              <a:lnSpc>
                <a:spcPct val="200000"/>
              </a:lnSpc>
              <a:buAutoNum type="arabicParenR" startAt="2"/>
              <a:defRPr/>
            </a:pPr>
            <a:endParaRPr lang="en-US" altLang="ko-KR">
              <a:latin typeface="Times New Roman"/>
              <a:ea typeface="나눔스퀘어_ac Bold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529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A04B-4C10-826B-E48D-38E5A4AD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7720F5FE-8842-DF8F-1C1C-BFF21DCADFB6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B89E12BF-F023-8D57-3DD5-F052BACDC05A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5A7A52-4BD5-9C3C-73C8-E7ECB54DC0E9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3</a:t>
            </a:r>
            <a:endParaRPr lang="ko-KR" altLang="en-US" sz="3600" b="0" spc="30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95B47-7027-144A-18AC-8436F54D376D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Tuning Context Window c </a:t>
            </a:r>
            <a:endParaRPr lang="ko-KR" altLang="en-US" sz="2000" b="1">
              <a:latin typeface="Times New Roman" panose="02020603050405020304" pitchFamily="18" charset="0"/>
              <a:ea typeface="나눔스퀘어_ac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DA48BB56-D375-8AF6-4FBE-2C0BF4EA7704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6B1AD-FF86-C478-4128-4052738C68E0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Experiments</a:t>
            </a:r>
            <a:endParaRPr lang="ko-KR" altLang="en-US" sz="2400" b="1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67DFC7-0932-4D66-CE46-1D04542F4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506080"/>
              </p:ext>
            </p:extLst>
          </p:nvPr>
        </p:nvGraphicFramePr>
        <p:xfrm>
          <a:off x="539552" y="1996440"/>
          <a:ext cx="8303234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342">
                  <a:extLst>
                    <a:ext uri="{9D8B030D-6E8A-4147-A177-3AD203B41FA5}">
                      <a16:colId xmlns:a16="http://schemas.microsoft.com/office/drawing/2014/main" val="1576359614"/>
                    </a:ext>
                  </a:extLst>
                </a:gridCol>
                <a:gridCol w="1323191">
                  <a:extLst>
                    <a:ext uri="{9D8B030D-6E8A-4147-A177-3AD203B41FA5}">
                      <a16:colId xmlns:a16="http://schemas.microsoft.com/office/drawing/2014/main" val="1218241213"/>
                    </a:ext>
                  </a:extLst>
                </a:gridCol>
                <a:gridCol w="1300269">
                  <a:extLst>
                    <a:ext uri="{9D8B030D-6E8A-4147-A177-3AD203B41FA5}">
                      <a16:colId xmlns:a16="http://schemas.microsoft.com/office/drawing/2014/main" val="3469695625"/>
                    </a:ext>
                  </a:extLst>
                </a:gridCol>
                <a:gridCol w="1214511">
                  <a:extLst>
                    <a:ext uri="{9D8B030D-6E8A-4147-A177-3AD203B41FA5}">
                      <a16:colId xmlns:a16="http://schemas.microsoft.com/office/drawing/2014/main" val="2413250184"/>
                    </a:ext>
                  </a:extLst>
                </a:gridCol>
                <a:gridCol w="1214511">
                  <a:extLst>
                    <a:ext uri="{9D8B030D-6E8A-4147-A177-3AD203B41FA5}">
                      <a16:colId xmlns:a16="http://schemas.microsoft.com/office/drawing/2014/main" val="991336463"/>
                    </a:ext>
                  </a:extLst>
                </a:gridCol>
                <a:gridCol w="1477410">
                  <a:extLst>
                    <a:ext uri="{9D8B030D-6E8A-4147-A177-3AD203B41FA5}">
                      <a16:colId xmlns:a16="http://schemas.microsoft.com/office/drawing/2014/main" val="937434582"/>
                    </a:ext>
                  </a:extLst>
                </a:gridCol>
              </a:tblGrid>
              <a:tr h="2626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en-KR" b="1" i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KR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Metric: F1-score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843578"/>
                  </a:ext>
                </a:extLst>
              </a:tr>
              <a:tr h="1748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267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0.7660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0.7442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0.8561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0.8083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0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0.7763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0.7555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0.8743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0.8199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885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0.7743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211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0.8496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0.7635</a:t>
                      </a:r>
                      <a:endParaRPr lang="en-KR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0.7708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0.8711</a:t>
                      </a:r>
                      <a:endParaRPr lang="en-KR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0.8232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41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(c=5)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0.8529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0.7690</a:t>
                      </a:r>
                      <a:endParaRPr lang="en-KR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0.7666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0.8707</a:t>
                      </a:r>
                      <a:endParaRPr lang="en-KR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0.8232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83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(c=6)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0.8684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0.8192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0521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5AC4C7E-637B-D4F2-06F3-0E013E098D3D}"/>
              </a:ext>
            </a:extLst>
          </p:cNvPr>
          <p:cNvSpPr txBox="1"/>
          <p:nvPr/>
        </p:nvSpPr>
        <p:spPr>
          <a:xfrm>
            <a:off x="468806" y="4892040"/>
            <a:ext cx="1384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KR"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Context Window</a:t>
            </a:r>
          </a:p>
        </p:txBody>
      </p:sp>
    </p:spTree>
    <p:extLst>
      <p:ext uri="{BB962C8B-B14F-4D97-AF65-F5344CB8AC3E}">
        <p14:creationId xmlns:p14="http://schemas.microsoft.com/office/powerpoint/2010/main" val="419188174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82B3D-0653-9EB2-9C1B-FFCBDF9E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B5A3872C-98D4-CACB-EC61-ACE1920DA42E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1728A10B-370E-FCBC-8586-EF13765AF183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015D5-3C7F-BF55-92ED-BEDC02BF8221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3</a:t>
            </a:r>
            <a:endParaRPr lang="ko-KR" altLang="en-US" sz="3600" b="0" spc="30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0930F9-E644-11D2-E6B3-0D1CA93FAAA9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Overall Performance Table</a:t>
            </a:r>
            <a:endParaRPr lang="ko-KR" altLang="en-US" sz="2000" b="1">
              <a:latin typeface="Times New Roman" panose="02020603050405020304" pitchFamily="18" charset="0"/>
              <a:ea typeface="나눔스퀘어_ac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7763A4BD-79EB-687F-6CDC-52C1758A56BB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61C365-9E9A-EE8B-9006-9BDC15431FF4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Experiments</a:t>
            </a:r>
            <a:endParaRPr lang="ko-KR" altLang="en-US" sz="2400" b="1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0ECC1C0-BF92-D4A5-84C9-0B001E639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115596"/>
              </p:ext>
            </p:extLst>
          </p:nvPr>
        </p:nvGraphicFramePr>
        <p:xfrm>
          <a:off x="502054" y="2002828"/>
          <a:ext cx="9771499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991">
                  <a:extLst>
                    <a:ext uri="{9D8B030D-6E8A-4147-A177-3AD203B41FA5}">
                      <a16:colId xmlns:a16="http://schemas.microsoft.com/office/drawing/2014/main" val="1576359614"/>
                    </a:ext>
                  </a:extLst>
                </a:gridCol>
                <a:gridCol w="1570616">
                  <a:extLst>
                    <a:ext uri="{9D8B030D-6E8A-4147-A177-3AD203B41FA5}">
                      <a16:colId xmlns:a16="http://schemas.microsoft.com/office/drawing/2014/main" val="4128246164"/>
                    </a:ext>
                  </a:extLst>
                </a:gridCol>
                <a:gridCol w="1323191">
                  <a:extLst>
                    <a:ext uri="{9D8B030D-6E8A-4147-A177-3AD203B41FA5}">
                      <a16:colId xmlns:a16="http://schemas.microsoft.com/office/drawing/2014/main" val="1218241213"/>
                    </a:ext>
                  </a:extLst>
                </a:gridCol>
                <a:gridCol w="1300269">
                  <a:extLst>
                    <a:ext uri="{9D8B030D-6E8A-4147-A177-3AD203B41FA5}">
                      <a16:colId xmlns:a16="http://schemas.microsoft.com/office/drawing/2014/main" val="3469695625"/>
                    </a:ext>
                  </a:extLst>
                </a:gridCol>
                <a:gridCol w="1214511">
                  <a:extLst>
                    <a:ext uri="{9D8B030D-6E8A-4147-A177-3AD203B41FA5}">
                      <a16:colId xmlns:a16="http://schemas.microsoft.com/office/drawing/2014/main" val="2413250184"/>
                    </a:ext>
                  </a:extLst>
                </a:gridCol>
                <a:gridCol w="1214511">
                  <a:extLst>
                    <a:ext uri="{9D8B030D-6E8A-4147-A177-3AD203B41FA5}">
                      <a16:colId xmlns:a16="http://schemas.microsoft.com/office/drawing/2014/main" val="991336463"/>
                    </a:ext>
                  </a:extLst>
                </a:gridCol>
                <a:gridCol w="1477410">
                  <a:extLst>
                    <a:ext uri="{9D8B030D-6E8A-4147-A177-3AD203B41FA5}">
                      <a16:colId xmlns:a16="http://schemas.microsoft.com/office/drawing/2014/main" val="9374345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26719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KR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0.8428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0.7917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0.7282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0.8258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0.7986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93696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0.8034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0.7365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0.6887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0.8472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0.7739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2886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0.8226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0.7631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0.7079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0.8364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0.7861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88519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KR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(c=4)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0.8491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0.7960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0.8079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0.8526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0.8326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2465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0.8501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0.7336</a:t>
                      </a:r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0.7369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0.8905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i="0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0.8139</a:t>
                      </a:r>
                      <a:endParaRPr lang="en-KR" i="0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15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1-score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0.8496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0.7635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0.7708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0.8711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0.8232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39698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(c=5)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0.8576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0.7979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0.7933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0.8569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0.8322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8200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/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0.8483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0.7422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0.7417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0.8850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0.8143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4431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KR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0.8529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0.7690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0.7666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0.8707</a:t>
                      </a:r>
                      <a:endParaRPr lang="en-KR" u="sng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0.8232</a:t>
                      </a:r>
                      <a:endParaRPr lang="en-KR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00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18692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0958E-9C6D-08B3-1AF2-58C7B6C1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038001DE-B5B2-BCBB-AEB1-3E22EDEA8DEE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90C6C3CD-F677-9A23-4AEB-FFC8FD1DC103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F1C9B-D99C-0589-5EE2-8BBA68213486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3</a:t>
            </a:r>
            <a:endParaRPr lang="ko-KR" altLang="en-US" sz="3600" b="0" spc="30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FA3B6-303E-BA0C-A88C-00BEBD7F2F68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Ablation Study</a:t>
            </a:r>
            <a:endParaRPr lang="ko-KR" altLang="en-US" sz="2000" b="1">
              <a:latin typeface="Times New Roman" panose="02020603050405020304" pitchFamily="18" charset="0"/>
              <a:ea typeface="나눔스퀘어_ac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B7FB6092-5BF9-F62D-EC8E-74B75036F5A6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DB2908-B9E7-8DD2-5594-F23E67106EEE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Experiments</a:t>
            </a:r>
            <a:endParaRPr lang="ko-KR" altLang="en-US" sz="2400" b="1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E6B4F5D3-4BC9-388A-96DE-F478015F81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9552" y="1666198"/>
              <a:ext cx="9524074" cy="4820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6469">
                      <a:extLst>
                        <a:ext uri="{9D8B030D-6E8A-4147-A177-3AD203B41FA5}">
                          <a16:colId xmlns:a16="http://schemas.microsoft.com/office/drawing/2014/main" val="1576359614"/>
                        </a:ext>
                      </a:extLst>
                    </a:gridCol>
                    <a:gridCol w="2065469">
                      <a:extLst>
                        <a:ext uri="{9D8B030D-6E8A-4147-A177-3AD203B41FA5}">
                          <a16:colId xmlns:a16="http://schemas.microsoft.com/office/drawing/2014/main" val="4128246164"/>
                        </a:ext>
                      </a:extLst>
                    </a:gridCol>
                    <a:gridCol w="2302136">
                      <a:extLst>
                        <a:ext uri="{9D8B030D-6E8A-4147-A177-3AD203B41FA5}">
                          <a16:colId xmlns:a16="http://schemas.microsoft.com/office/drawing/2014/main" val="4754496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Models</a:t>
                          </a:r>
                          <a:endParaRPr lang="en-KR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Overall F1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oMath>
                            </m:oMathPara>
                          </a14:m>
                          <a:endParaRPr lang="en-US" altLang="ko-KR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5267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Ours (c=2)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0.8199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22936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Word Shape (feat 1)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0.8106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-0.0093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4288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Affix Extension (feat 2-5)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0.8098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u="sng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-0.0101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98851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b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Punctuation &amp; Alphanumeric Flags (feat 6-9)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0.8181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-0.0018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42465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POS Bigrams (feat 10-11)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0.8177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-0.0022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3151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Before Context (feat 12-14)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0.8127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-0.0072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5865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After Context (feat 15-17)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0.8159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41642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Context (feat 12-17)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-0.0116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01144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Title After Number (feat 18)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u="sng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0.8198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-0.0001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602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Headline (feat 19)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-0.0048</a:t>
                          </a:r>
                          <a:endParaRPr lang="en-KR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2166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Complex Single-word Features (feat 6-9, 19)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0.8162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-0.0037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75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Interaction Features (feat 10, 11, 18)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-0.0046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23969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E6B4F5D3-4BC9-388A-96DE-F478015F81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39552" y="1666198"/>
              <a:ext cx="9524074" cy="4820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6469">
                      <a:extLst>
                        <a:ext uri="{9D8B030D-6E8A-4147-A177-3AD203B41FA5}">
                          <a16:colId xmlns:a16="http://schemas.microsoft.com/office/drawing/2014/main" val="1576359614"/>
                        </a:ext>
                      </a:extLst>
                    </a:gridCol>
                    <a:gridCol w="2065469">
                      <a:extLst>
                        <a:ext uri="{9D8B030D-6E8A-4147-A177-3AD203B41FA5}">
                          <a16:colId xmlns:a16="http://schemas.microsoft.com/office/drawing/2014/main" val="4128246164"/>
                        </a:ext>
                      </a:extLst>
                    </a:gridCol>
                    <a:gridCol w="2302136">
                      <a:extLst>
                        <a:ext uri="{9D8B030D-6E8A-4147-A177-3AD203B41FA5}">
                          <a16:colId xmlns:a16="http://schemas.microsoft.com/office/drawing/2014/main" val="4754496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Models</a:t>
                          </a:r>
                          <a:endParaRPr lang="en-KR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Overall F1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3492" t="-8197" r="-265" b="-12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5267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Ours (c=2)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0.8199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22936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Word Shape (feat 1)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0.8106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-0.0093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4288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Affix Extension (feat 2-5)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0.8098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u="sng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-0.0101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98851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b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Punctuation &amp; Alphanumeric Flags (feat 6-9)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0.8181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-0.0018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42465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POS Bigrams (feat 10-11)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0.8177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-0.0022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3151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Before Context (feat 12-14)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0.8127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-0.0072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5865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After Context (feat 15-17)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0.8159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41642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Context (feat 12-17)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-0.0116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01144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Title After Number (feat 18)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u="sng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0.8198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-0.0001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602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Headline (feat 19)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-0.0048</a:t>
                          </a:r>
                          <a:endParaRPr lang="en-KR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2166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Complex Single-word Features (feat 6-9, 19)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0.8162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-0.0037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75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Interaction Features (feat 10, 11, 18)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-0.0046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23969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6802179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303ECF3D-FE50-F3EA-A0B3-03A30E8A0B9A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8E346E61-739C-6134-E6D9-7146DA289453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0D420-B2B9-52D5-098C-5A3C05409D7E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4</a:t>
            </a:r>
            <a:endParaRPr lang="ko-KR" altLang="en-US" sz="3600" b="0" spc="30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latin typeface="Times New Roman"/>
                <a:ea typeface="나눔스퀘어_ac Bold"/>
                <a:cs typeface="Times New Roman"/>
              </a:rPr>
              <a:t>Interesting Error Cases</a:t>
            </a: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EFADAA29-8191-DDD4-F735-F0904062680B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459696-B241-231F-ACDD-47C604CC7A16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Result Analysis</a:t>
            </a:r>
            <a:endParaRPr lang="ko-KR" altLang="en-US" sz="2400" b="1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7204" y="1600460"/>
            <a:ext cx="10929580" cy="1669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/>
              <a:buChar char="•"/>
              <a:defRPr/>
            </a:pPr>
            <a:r>
              <a:rPr lang="en-US" altLang="ko-KR">
                <a:latin typeface="Times New Roman"/>
                <a:ea typeface="나눔스퀘어_ac Bold"/>
                <a:cs typeface="Times New Roman"/>
              </a:rPr>
              <a:t>Headline feature</a:t>
            </a:r>
            <a:r>
              <a:rPr lang="ko-KR" altLang="en-US">
                <a:latin typeface="Times New Roman"/>
                <a:ea typeface="나눔스퀘어_ac Bold"/>
                <a:cs typeface="Times New Roman"/>
              </a:rPr>
              <a:t> </a:t>
            </a:r>
            <a:r>
              <a:rPr lang="en-US" altLang="ko-KR">
                <a:latin typeface="Times New Roman"/>
                <a:ea typeface="나눔스퀘어_ac Bold"/>
                <a:cs typeface="Times New Roman"/>
              </a:rPr>
              <a:t>is sometimes working and sometimes not. It correctly fixes “LUCKY” (O) examples, but fails on “CHINA” (B-PER -&gt; B-LOC).  Moreover, it make new error “JAPAN” (B-PER -&gt; B-LOC) in same sentence, which was originally correct. </a:t>
            </a:r>
          </a:p>
        </p:txBody>
      </p:sp>
    </p:spTree>
    <p:extLst>
      <p:ext uri="{BB962C8B-B14F-4D97-AF65-F5344CB8AC3E}">
        <p14:creationId xmlns:p14="http://schemas.microsoft.com/office/powerpoint/2010/main" val="257088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/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Times New Roman"/>
              <a:cs typeface="Times New Roman"/>
            </a:endParaRPr>
          </a:p>
        </p:txBody>
      </p:sp>
      <p:sp>
        <p:nvSpPr>
          <p:cNvPr id="7" name="직사각형 3"/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28517A"/>
              </a:solidFill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3600" b="0" spc="300">
                <a:solidFill>
                  <a:schemeClr val="bg1"/>
                </a:solidFill>
                <a:latin typeface="Times New Roman"/>
                <a:ea typeface="나눔스퀘어_ac ExtraBold"/>
                <a:cs typeface="Times New Roman"/>
              </a:rPr>
              <a:t>4</a:t>
            </a:r>
            <a:endParaRPr lang="ko-KR" altLang="en-US" sz="3600" b="0" spc="300">
              <a:solidFill>
                <a:schemeClr val="bg1"/>
              </a:solidFill>
              <a:latin typeface="Times New Roman"/>
              <a:ea typeface="나눔스퀘어_ac ExtraBold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>
                <a:latin typeface="Times New Roman"/>
                <a:ea typeface="나눔스퀘어_ac Bold"/>
                <a:cs typeface="Times New Roman"/>
              </a:rPr>
              <a:t>Lessons learned &amp; Connection to Chapter 4</a:t>
            </a:r>
          </a:p>
        </p:txBody>
      </p:sp>
      <p:sp>
        <p:nvSpPr>
          <p:cNvPr id="10" name="직사각형 7"/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00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b="1">
                <a:latin typeface="Times New Roman"/>
                <a:ea typeface="나눔스퀘어_ac ExtraBold"/>
                <a:cs typeface="Times New Roman"/>
              </a:rPr>
              <a:t>Result Analysis</a:t>
            </a:r>
            <a:endParaRPr lang="ko-KR" altLang="en-US" sz="2400" b="1">
              <a:latin typeface="Times New Roman"/>
              <a:ea typeface="나눔스퀘어_ac ExtraBold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7204" y="1600460"/>
            <a:ext cx="10929580" cy="27855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/>
              <a:buChar char="•"/>
              <a:defRPr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 a CRF, the final prediction is a balancing act between 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Node Factors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(or emission weights) and 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Edge Factors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(or transition weights).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  <a:defRPr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When analyzing our transition matrix heatmap, we noticed that transitions to the 'Outside' or 'O' label do not have overwhelmingly high edge weights. Applying the concept of 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Compatibility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from Chapter 4, this makes perfect sense. </a:t>
            </a:r>
            <a:endParaRPr lang="en-US" altLang="ko-KR">
              <a:latin typeface="Times New Roman" panose="02020603050405020304" pitchFamily="18" charset="0"/>
              <a:ea typeface="나눔스퀘어_ac Bold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783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정성수</dc:creator>
  <cp:revision>1</cp:revision>
  <dcterms:created xsi:type="dcterms:W3CDTF">2026-04-07T04:35:15Z</dcterms:created>
  <dcterms:modified xsi:type="dcterms:W3CDTF">2026-04-08T06:59:04Z</dcterms:modified>
</cp:coreProperties>
</file>